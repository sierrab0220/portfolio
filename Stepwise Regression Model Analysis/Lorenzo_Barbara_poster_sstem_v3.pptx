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3"/>
  </p:notesMasterIdLst>
  <p:sldIdLst>
    <p:sldId id="256" r:id="rId2"/>
  </p:sldIdLst>
  <p:sldSz cx="43891200" cy="32918400"/>
  <p:notesSz cx="6858000" cy="9144000"/>
  <p:embeddedFontLst>
    <p:embeddedFont>
      <p:font typeface="Cambria Math" panose="02040503050406030204" pitchFamily="18" charset="0"/>
      <p:regular r:id="rId4"/>
    </p:embeddedFont>
    <p:embeddedFont>
      <p:font typeface="Titillium Web" panose="00000500000000000000" pitchFamily="2" charset="0"/>
      <p:regular r:id="rId5"/>
      <p:bold r:id="rId6"/>
      <p:italic r:id="rId7"/>
      <p:boldItalic r:id="rId8"/>
    </p:embeddedFont>
  </p:embeddedFontLst>
  <p:custDataLst>
    <p:tags r:id="rId9"/>
  </p:custDataLst>
  <p:defaultTextStyle>
    <a:defPPr>
      <a:defRPr lang="en-US"/>
    </a:defPPr>
    <a:lvl1pPr algn="l" rtl="0" fontAlgn="base">
      <a:spcBef>
        <a:spcPct val="0"/>
      </a:spcBef>
      <a:spcAft>
        <a:spcPct val="0"/>
      </a:spcAft>
      <a:defRPr sz="3800" kern="1200">
        <a:solidFill>
          <a:schemeClr val="tx1"/>
        </a:solidFill>
        <a:latin typeface="Arial"/>
        <a:ea typeface="+mn-ea"/>
        <a:cs typeface="+mn-cs"/>
      </a:defRPr>
    </a:lvl1pPr>
    <a:lvl2pPr marL="457200" algn="l" rtl="0" fontAlgn="base">
      <a:spcBef>
        <a:spcPct val="0"/>
      </a:spcBef>
      <a:spcAft>
        <a:spcPct val="0"/>
      </a:spcAft>
      <a:defRPr sz="3800" kern="1200">
        <a:solidFill>
          <a:schemeClr val="tx1"/>
        </a:solidFill>
        <a:latin typeface="Arial"/>
        <a:ea typeface="+mn-ea"/>
        <a:cs typeface="+mn-cs"/>
      </a:defRPr>
    </a:lvl2pPr>
    <a:lvl3pPr marL="914400" algn="l" rtl="0" fontAlgn="base">
      <a:spcBef>
        <a:spcPct val="0"/>
      </a:spcBef>
      <a:spcAft>
        <a:spcPct val="0"/>
      </a:spcAft>
      <a:defRPr sz="3800" kern="1200">
        <a:solidFill>
          <a:schemeClr val="tx1"/>
        </a:solidFill>
        <a:latin typeface="Arial"/>
        <a:ea typeface="+mn-ea"/>
        <a:cs typeface="+mn-cs"/>
      </a:defRPr>
    </a:lvl3pPr>
    <a:lvl4pPr marL="1371600" algn="l" rtl="0" fontAlgn="base">
      <a:spcBef>
        <a:spcPct val="0"/>
      </a:spcBef>
      <a:spcAft>
        <a:spcPct val="0"/>
      </a:spcAft>
      <a:defRPr sz="3800" kern="1200">
        <a:solidFill>
          <a:schemeClr val="tx1"/>
        </a:solidFill>
        <a:latin typeface="Arial"/>
        <a:ea typeface="+mn-ea"/>
        <a:cs typeface="+mn-cs"/>
      </a:defRPr>
    </a:lvl4pPr>
    <a:lvl5pPr marL="1828800" algn="l" rtl="0" fontAlgn="base">
      <a:spcBef>
        <a:spcPct val="0"/>
      </a:spcBef>
      <a:spcAft>
        <a:spcPct val="0"/>
      </a:spcAft>
      <a:defRPr sz="3800" kern="1200">
        <a:solidFill>
          <a:schemeClr val="tx1"/>
        </a:solidFill>
        <a:latin typeface="Arial"/>
        <a:ea typeface="+mn-ea"/>
        <a:cs typeface="+mn-cs"/>
      </a:defRPr>
    </a:lvl5pPr>
    <a:lvl6pPr marL="2286000" algn="l" defTabSz="914400" rtl="0" eaLnBrk="1" latinLnBrk="0" hangingPunct="1">
      <a:defRPr sz="3800" kern="1200">
        <a:solidFill>
          <a:schemeClr val="tx1"/>
        </a:solidFill>
        <a:latin typeface="Arial"/>
        <a:ea typeface="+mn-ea"/>
        <a:cs typeface="+mn-cs"/>
      </a:defRPr>
    </a:lvl6pPr>
    <a:lvl7pPr marL="2743200" algn="l" defTabSz="914400" rtl="0" eaLnBrk="1" latinLnBrk="0" hangingPunct="1">
      <a:defRPr sz="3800" kern="1200">
        <a:solidFill>
          <a:schemeClr val="tx1"/>
        </a:solidFill>
        <a:latin typeface="Arial"/>
        <a:ea typeface="+mn-ea"/>
        <a:cs typeface="+mn-cs"/>
      </a:defRPr>
    </a:lvl7pPr>
    <a:lvl8pPr marL="3200400" algn="l" defTabSz="914400" rtl="0" eaLnBrk="1" latinLnBrk="0" hangingPunct="1">
      <a:defRPr sz="3800" kern="1200">
        <a:solidFill>
          <a:schemeClr val="tx1"/>
        </a:solidFill>
        <a:latin typeface="Arial"/>
        <a:ea typeface="+mn-ea"/>
        <a:cs typeface="+mn-cs"/>
      </a:defRPr>
    </a:lvl8pPr>
    <a:lvl9pPr marL="3657600" algn="l" defTabSz="914400" rtl="0" eaLnBrk="1" latinLnBrk="0" hangingPunct="1">
      <a:defRPr sz="3800" kern="1200">
        <a:solidFill>
          <a:schemeClr val="tx1"/>
        </a:solidFill>
        <a:latin typeface="Arial"/>
        <a:ea typeface="+mn-ea"/>
        <a:cs typeface="+mn-cs"/>
      </a:defRPr>
    </a:lvl9pPr>
  </p:defaultTextStyle>
  <p:extLst>
    <p:ext uri="{EFAFB233-063F-42B5-8137-9DF3F51BA10A}">
      <p15:sldGuideLst xmlns:p15="http://schemas.microsoft.com/office/powerpoint/2012/main">
        <p15:guide id="1" orient="horz" pos="10368" userDrawn="1">
          <p15:clr>
            <a:srgbClr val="A4A3A4"/>
          </p15:clr>
        </p15:guide>
        <p15:guide id="2" pos="1382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4468E"/>
    <a:srgbClr val="FFFFFF"/>
    <a:srgbClr val="F8E9E0"/>
    <a:srgbClr val="EABCA5"/>
    <a:srgbClr val="DD8E67"/>
    <a:srgbClr val="2D56B1"/>
    <a:srgbClr val="F2F5FC"/>
    <a:srgbClr val="9EB4E6"/>
    <a:srgbClr val="E1E8F7"/>
    <a:srgbClr val="DAE3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181AFC6-2E59-42C3-AEDA-3F895FBEAD40}" v="232" dt="2024-10-23T14:36:38.67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15620"/>
    <p:restoredTop sz="94660"/>
  </p:normalViewPr>
  <p:slideViewPr>
    <p:cSldViewPr>
      <p:cViewPr>
        <p:scale>
          <a:sx n="21" d="100"/>
          <a:sy n="21" d="100"/>
        </p:scale>
        <p:origin x="2388" y="18"/>
      </p:cViewPr>
      <p:guideLst>
        <p:guide orient="horz" pos="10368"/>
        <p:guide pos="13824"/>
      </p:guideLst>
    </p:cSldViewPr>
  </p:slideViewPr>
  <p:notesTextViewPr>
    <p:cViewPr>
      <p:scale>
        <a:sx n="100" d="100"/>
        <a:sy n="100" d="100"/>
      </p:scale>
      <p:origin x="0" y="0"/>
    </p:cViewPr>
  </p:notesTextViewPr>
  <p:notesViewPr>
    <p:cSldViewPr>
      <p:cViewPr>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font" Target="fonts/font4.fntdata"/><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viewProps" Target="viewProps.xml"/><Relationship Id="rId5" Type="http://schemas.openxmlformats.org/officeDocument/2006/relationships/font" Target="fonts/font2.fntdata"/><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font" Target="fonts/font1.fntdata"/><Relationship Id="rId9" Type="http://schemas.openxmlformats.org/officeDocument/2006/relationships/tags" Target="tags/tag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rbara Lorenzo" userId="d73f1720c2f5ed0e" providerId="LiveId" clId="{C181AFC6-2E59-42C3-AEDA-3F895FBEAD40}"/>
    <pc:docChg chg="undo custSel modSld">
      <pc:chgData name="Barbara Lorenzo" userId="d73f1720c2f5ed0e" providerId="LiveId" clId="{C181AFC6-2E59-42C3-AEDA-3F895FBEAD40}" dt="2024-10-23T14:36:38.671" v="357" actId="1036"/>
      <pc:docMkLst>
        <pc:docMk/>
      </pc:docMkLst>
      <pc:sldChg chg="modSp mod">
        <pc:chgData name="Barbara Lorenzo" userId="d73f1720c2f5ed0e" providerId="LiveId" clId="{C181AFC6-2E59-42C3-AEDA-3F895FBEAD40}" dt="2024-10-23T14:36:38.671" v="357" actId="1036"/>
        <pc:sldMkLst>
          <pc:docMk/>
          <pc:sldMk cId="0" sldId="256"/>
        </pc:sldMkLst>
        <pc:spChg chg="mod">
          <ac:chgData name="Barbara Lorenzo" userId="d73f1720c2f5ed0e" providerId="LiveId" clId="{C181AFC6-2E59-42C3-AEDA-3F895FBEAD40}" dt="2024-10-23T14:29:25.503" v="348" actId="1035"/>
          <ac:spMkLst>
            <pc:docMk/>
            <pc:sldMk cId="0" sldId="256"/>
            <ac:spMk id="9" creationId="{6CDCAB22-37A6-E3C7-EF43-22C98498860B}"/>
          </ac:spMkLst>
        </pc:spChg>
        <pc:spChg chg="mod">
          <ac:chgData name="Barbara Lorenzo" userId="d73f1720c2f5ed0e" providerId="LiveId" clId="{C181AFC6-2E59-42C3-AEDA-3F895FBEAD40}" dt="2024-10-23T14:29:25.503" v="348" actId="1035"/>
          <ac:spMkLst>
            <pc:docMk/>
            <pc:sldMk cId="0" sldId="256"/>
            <ac:spMk id="10" creationId="{51F87DB0-94F9-A21A-E931-A44D52694280}"/>
          </ac:spMkLst>
        </pc:spChg>
        <pc:spChg chg="mod">
          <ac:chgData name="Barbara Lorenzo" userId="d73f1720c2f5ed0e" providerId="LiveId" clId="{C181AFC6-2E59-42C3-AEDA-3F895FBEAD40}" dt="2024-10-23T14:29:25.503" v="348" actId="1035"/>
          <ac:spMkLst>
            <pc:docMk/>
            <pc:sldMk cId="0" sldId="256"/>
            <ac:spMk id="11" creationId="{78380B70-9F0E-3DE9-54FE-5B421EA8E8AF}"/>
          </ac:spMkLst>
        </pc:spChg>
        <pc:spChg chg="mod">
          <ac:chgData name="Barbara Lorenzo" userId="d73f1720c2f5ed0e" providerId="LiveId" clId="{C181AFC6-2E59-42C3-AEDA-3F895FBEAD40}" dt="2024-10-23T14:16:24.467" v="111" actId="1036"/>
          <ac:spMkLst>
            <pc:docMk/>
            <pc:sldMk cId="0" sldId="256"/>
            <ac:spMk id="14" creationId="{5BE2F0DB-B500-37FE-B717-53F25048B9DE}"/>
          </ac:spMkLst>
        </pc:spChg>
        <pc:spChg chg="mod">
          <ac:chgData name="Barbara Lorenzo" userId="d73f1720c2f5ed0e" providerId="LiveId" clId="{C181AFC6-2E59-42C3-AEDA-3F895FBEAD40}" dt="2024-10-23T14:16:24.467" v="111" actId="1036"/>
          <ac:spMkLst>
            <pc:docMk/>
            <pc:sldMk cId="0" sldId="256"/>
            <ac:spMk id="15" creationId="{FF4EA971-49BD-480E-3A5E-8F170D487FBE}"/>
          </ac:spMkLst>
        </pc:spChg>
        <pc:spChg chg="mod">
          <ac:chgData name="Barbara Lorenzo" userId="d73f1720c2f5ed0e" providerId="LiveId" clId="{C181AFC6-2E59-42C3-AEDA-3F895FBEAD40}" dt="2024-10-23T14:28:33.417" v="345" actId="1036"/>
          <ac:spMkLst>
            <pc:docMk/>
            <pc:sldMk cId="0" sldId="256"/>
            <ac:spMk id="18" creationId="{82BF7B5D-E862-2234-A69B-B7A3A4BC1411}"/>
          </ac:spMkLst>
        </pc:spChg>
        <pc:spChg chg="mod">
          <ac:chgData name="Barbara Lorenzo" userId="d73f1720c2f5ed0e" providerId="LiveId" clId="{C181AFC6-2E59-42C3-AEDA-3F895FBEAD40}" dt="2024-10-23T14:27:45.198" v="330" actId="1036"/>
          <ac:spMkLst>
            <pc:docMk/>
            <pc:sldMk cId="0" sldId="256"/>
            <ac:spMk id="20" creationId="{688C3C88-7669-31D4-5743-09659111A54E}"/>
          </ac:spMkLst>
        </pc:spChg>
        <pc:spChg chg="mod">
          <ac:chgData name="Barbara Lorenzo" userId="d73f1720c2f5ed0e" providerId="LiveId" clId="{C181AFC6-2E59-42C3-AEDA-3F895FBEAD40}" dt="2024-10-23T14:29:33.132" v="355" actId="1036"/>
          <ac:spMkLst>
            <pc:docMk/>
            <pc:sldMk cId="0" sldId="256"/>
            <ac:spMk id="23" creationId="{6589AF1D-A838-7985-B19C-3C83165D4330}"/>
          </ac:spMkLst>
        </pc:spChg>
        <pc:spChg chg="mod">
          <ac:chgData name="Barbara Lorenzo" userId="d73f1720c2f5ed0e" providerId="LiveId" clId="{C181AFC6-2E59-42C3-AEDA-3F895FBEAD40}" dt="2024-10-23T14:29:33.132" v="355" actId="1036"/>
          <ac:spMkLst>
            <pc:docMk/>
            <pc:sldMk cId="0" sldId="256"/>
            <ac:spMk id="24" creationId="{F81F7D54-151B-BE72-12E3-544ADDEFCAC9}"/>
          </ac:spMkLst>
        </pc:spChg>
        <pc:spChg chg="mod">
          <ac:chgData name="Barbara Lorenzo" userId="d73f1720c2f5ed0e" providerId="LiveId" clId="{C181AFC6-2E59-42C3-AEDA-3F895FBEAD40}" dt="2024-10-23T14:29:33.132" v="355" actId="1036"/>
          <ac:spMkLst>
            <pc:docMk/>
            <pc:sldMk cId="0" sldId="256"/>
            <ac:spMk id="25" creationId="{A4B39855-E971-F5DC-515A-A97BC735BA21}"/>
          </ac:spMkLst>
        </pc:spChg>
        <pc:spChg chg="mod">
          <ac:chgData name="Barbara Lorenzo" userId="d73f1720c2f5ed0e" providerId="LiveId" clId="{C181AFC6-2E59-42C3-AEDA-3F895FBEAD40}" dt="2024-10-23T14:36:38.671" v="357" actId="1036"/>
          <ac:spMkLst>
            <pc:docMk/>
            <pc:sldMk cId="0" sldId="256"/>
            <ac:spMk id="28" creationId="{EDB207F3-1908-6857-BB73-7845C4FE0BF3}"/>
          </ac:spMkLst>
        </pc:spChg>
        <pc:spChg chg="mod">
          <ac:chgData name="Barbara Lorenzo" userId="d73f1720c2f5ed0e" providerId="LiveId" clId="{C181AFC6-2E59-42C3-AEDA-3F895FBEAD40}" dt="2024-10-23T14:36:38.671" v="357" actId="1036"/>
          <ac:spMkLst>
            <pc:docMk/>
            <pc:sldMk cId="0" sldId="256"/>
            <ac:spMk id="29" creationId="{EE224154-8040-FA4B-5DBA-88ECA3599C31}"/>
          </ac:spMkLst>
        </pc:spChg>
        <pc:spChg chg="mod">
          <ac:chgData name="Barbara Lorenzo" userId="d73f1720c2f5ed0e" providerId="LiveId" clId="{C181AFC6-2E59-42C3-AEDA-3F895FBEAD40}" dt="2024-10-23T14:36:38.671" v="357" actId="1036"/>
          <ac:spMkLst>
            <pc:docMk/>
            <pc:sldMk cId="0" sldId="256"/>
            <ac:spMk id="30" creationId="{6FBA57C4-4A13-E6D9-FDCF-159C61D8FCA1}"/>
          </ac:spMkLst>
        </pc:spChg>
        <pc:spChg chg="mod">
          <ac:chgData name="Barbara Lorenzo" userId="d73f1720c2f5ed0e" providerId="LiveId" clId="{C181AFC6-2E59-42C3-AEDA-3F895FBEAD40}" dt="2024-10-23T14:27:30.438" v="324" actId="1036"/>
          <ac:spMkLst>
            <pc:docMk/>
            <pc:sldMk cId="0" sldId="256"/>
            <ac:spMk id="35" creationId="{6AA678BE-0B00-BBB5-5726-08D52BF6360D}"/>
          </ac:spMkLst>
        </pc:spChg>
        <pc:spChg chg="mod">
          <ac:chgData name="Barbara Lorenzo" userId="d73f1720c2f5ed0e" providerId="LiveId" clId="{C181AFC6-2E59-42C3-AEDA-3F895FBEAD40}" dt="2024-10-23T14:28:33.417" v="345" actId="1036"/>
          <ac:spMkLst>
            <pc:docMk/>
            <pc:sldMk cId="0" sldId="256"/>
            <ac:spMk id="36" creationId="{4D32702E-13EC-8CBC-21F9-7179D1F3E863}"/>
          </ac:spMkLst>
        </pc:spChg>
        <pc:spChg chg="mod">
          <ac:chgData name="Barbara Lorenzo" userId="d73f1720c2f5ed0e" providerId="LiveId" clId="{C181AFC6-2E59-42C3-AEDA-3F895FBEAD40}" dt="2024-10-23T14:27:45.198" v="330" actId="1036"/>
          <ac:spMkLst>
            <pc:docMk/>
            <pc:sldMk cId="0" sldId="256"/>
            <ac:spMk id="37" creationId="{E2FCB682-DCD7-B5E1-292B-FD3D0E7546CC}"/>
          </ac:spMkLst>
        </pc:spChg>
        <pc:spChg chg="mod">
          <ac:chgData name="Barbara Lorenzo" userId="d73f1720c2f5ed0e" providerId="LiveId" clId="{C181AFC6-2E59-42C3-AEDA-3F895FBEAD40}" dt="2024-10-23T14:27:00.970" v="315" actId="255"/>
          <ac:spMkLst>
            <pc:docMk/>
            <pc:sldMk cId="0" sldId="256"/>
            <ac:spMk id="38" creationId="{58B3357B-4821-4FA8-8444-207C696AAAD4}"/>
          </ac:spMkLst>
        </pc:spChg>
        <pc:spChg chg="mod">
          <ac:chgData name="Barbara Lorenzo" userId="d73f1720c2f5ed0e" providerId="LiveId" clId="{C181AFC6-2E59-42C3-AEDA-3F895FBEAD40}" dt="2024-10-23T14:26:44.068" v="313" actId="1036"/>
          <ac:spMkLst>
            <pc:docMk/>
            <pc:sldMk cId="0" sldId="256"/>
            <ac:spMk id="39" creationId="{1B3DAFDC-3567-41A6-899A-8D92E3BE5771}"/>
          </ac:spMkLst>
        </pc:spChg>
        <pc:spChg chg="mod">
          <ac:chgData name="Barbara Lorenzo" userId="d73f1720c2f5ed0e" providerId="LiveId" clId="{C181AFC6-2E59-42C3-AEDA-3F895FBEAD40}" dt="2024-10-23T14:28:11.005" v="342" actId="1035"/>
          <ac:spMkLst>
            <pc:docMk/>
            <pc:sldMk cId="0" sldId="256"/>
            <ac:spMk id="40" creationId="{BFD978A4-D793-5A37-6053-DAADBE861EBC}"/>
          </ac:spMkLst>
        </pc:spChg>
        <pc:spChg chg="mod">
          <ac:chgData name="Barbara Lorenzo" userId="d73f1720c2f5ed0e" providerId="LiveId" clId="{C181AFC6-2E59-42C3-AEDA-3F895FBEAD40}" dt="2024-10-23T14:26:54.197" v="314" actId="14100"/>
          <ac:spMkLst>
            <pc:docMk/>
            <pc:sldMk cId="0" sldId="256"/>
            <ac:spMk id="41" creationId="{C24D4BC5-5256-4C2E-B3FB-87EA69B63AF3}"/>
          </ac:spMkLst>
        </pc:spChg>
        <pc:spChg chg="mod">
          <ac:chgData name="Barbara Lorenzo" userId="d73f1720c2f5ed0e" providerId="LiveId" clId="{C181AFC6-2E59-42C3-AEDA-3F895FBEAD40}" dt="2024-10-23T14:27:30.438" v="324" actId="1036"/>
          <ac:spMkLst>
            <pc:docMk/>
            <pc:sldMk cId="0" sldId="256"/>
            <ac:spMk id="42" creationId="{BB3F6F5A-17F3-CC72-682D-52B8C25414A0}"/>
          </ac:spMkLst>
        </pc:spChg>
        <pc:spChg chg="mod">
          <ac:chgData name="Barbara Lorenzo" userId="d73f1720c2f5ed0e" providerId="LiveId" clId="{C181AFC6-2E59-42C3-AEDA-3F895FBEAD40}" dt="2024-10-23T14:15:21.350" v="99" actId="1035"/>
          <ac:spMkLst>
            <pc:docMk/>
            <pc:sldMk cId="0" sldId="256"/>
            <ac:spMk id="44" creationId="{4EDA12B6-07B5-44F9-8F8B-E1BE66469DB6}"/>
          </ac:spMkLst>
        </pc:spChg>
        <pc:spChg chg="mod">
          <ac:chgData name="Barbara Lorenzo" userId="d73f1720c2f5ed0e" providerId="LiveId" clId="{C181AFC6-2E59-42C3-AEDA-3F895FBEAD40}" dt="2024-10-23T14:16:59.285" v="132" actId="14100"/>
          <ac:spMkLst>
            <pc:docMk/>
            <pc:sldMk cId="0" sldId="256"/>
            <ac:spMk id="48" creationId="{D026A6A3-D6D2-4951-8B04-EF51015D25DB}"/>
          </ac:spMkLst>
        </pc:spChg>
        <pc:spChg chg="mod">
          <ac:chgData name="Barbara Lorenzo" userId="d73f1720c2f5ed0e" providerId="LiveId" clId="{C181AFC6-2E59-42C3-AEDA-3F895FBEAD40}" dt="2024-10-23T14:16:24.467" v="111" actId="1036"/>
          <ac:spMkLst>
            <pc:docMk/>
            <pc:sldMk cId="0" sldId="256"/>
            <ac:spMk id="49" creationId="{DCF718E3-E22A-FCB7-008E-857F7351DE6E}"/>
          </ac:spMkLst>
        </pc:spChg>
        <pc:spChg chg="mod">
          <ac:chgData name="Barbara Lorenzo" userId="d73f1720c2f5ed0e" providerId="LiveId" clId="{C181AFC6-2E59-42C3-AEDA-3F895FBEAD40}" dt="2024-10-23T14:16:24.467" v="111" actId="1036"/>
          <ac:spMkLst>
            <pc:docMk/>
            <pc:sldMk cId="0" sldId="256"/>
            <ac:spMk id="50" creationId="{3D96BB99-3F6E-4E73-BA6B-A122D83B12A2}"/>
          </ac:spMkLst>
        </pc:spChg>
        <pc:spChg chg="mod">
          <ac:chgData name="Barbara Lorenzo" userId="d73f1720c2f5ed0e" providerId="LiveId" clId="{C181AFC6-2E59-42C3-AEDA-3F895FBEAD40}" dt="2024-10-23T14:15:21.350" v="99" actId="1035"/>
          <ac:spMkLst>
            <pc:docMk/>
            <pc:sldMk cId="0" sldId="256"/>
            <ac:spMk id="51" creationId="{19BFD724-D51D-4DD6-A93A-40ABEA405C90}"/>
          </ac:spMkLst>
        </pc:spChg>
        <pc:spChg chg="mod">
          <ac:chgData name="Barbara Lorenzo" userId="d73f1720c2f5ed0e" providerId="LiveId" clId="{C181AFC6-2E59-42C3-AEDA-3F895FBEAD40}" dt="2024-10-23T14:16:24.467" v="111" actId="1036"/>
          <ac:spMkLst>
            <pc:docMk/>
            <pc:sldMk cId="0" sldId="256"/>
            <ac:spMk id="52" creationId="{DD274393-7A78-3E62-1D94-A6436010A8CC}"/>
          </ac:spMkLst>
        </pc:spChg>
        <pc:spChg chg="mod">
          <ac:chgData name="Barbara Lorenzo" userId="d73f1720c2f5ed0e" providerId="LiveId" clId="{C181AFC6-2E59-42C3-AEDA-3F895FBEAD40}" dt="2024-10-23T14:15:21.350" v="99" actId="1035"/>
          <ac:spMkLst>
            <pc:docMk/>
            <pc:sldMk cId="0" sldId="256"/>
            <ac:spMk id="53" creationId="{0BE282AE-183A-4D49-B152-23A5A101BEA6}"/>
          </ac:spMkLst>
        </pc:spChg>
        <pc:spChg chg="mod">
          <ac:chgData name="Barbara Lorenzo" userId="d73f1720c2f5ed0e" providerId="LiveId" clId="{C181AFC6-2E59-42C3-AEDA-3F895FBEAD40}" dt="2024-10-23T14:26:44.068" v="313" actId="1036"/>
          <ac:spMkLst>
            <pc:docMk/>
            <pc:sldMk cId="0" sldId="256"/>
            <ac:spMk id="54" creationId="{236036AE-C83F-4AC9-800C-C6574727635F}"/>
          </ac:spMkLst>
        </pc:spChg>
        <pc:spChg chg="mod">
          <ac:chgData name="Barbara Lorenzo" userId="d73f1720c2f5ed0e" providerId="LiveId" clId="{C181AFC6-2E59-42C3-AEDA-3F895FBEAD40}" dt="2024-10-23T14:26:44.068" v="313" actId="1036"/>
          <ac:spMkLst>
            <pc:docMk/>
            <pc:sldMk cId="0" sldId="256"/>
            <ac:spMk id="56" creationId="{8C463412-CC68-4A0F-AE72-68EF99EB2F46}"/>
          </ac:spMkLst>
        </pc:spChg>
        <pc:spChg chg="mod">
          <ac:chgData name="Barbara Lorenzo" userId="d73f1720c2f5ed0e" providerId="LiveId" clId="{C181AFC6-2E59-42C3-AEDA-3F895FBEAD40}" dt="2024-10-23T14:35:34.232" v="356" actId="1035"/>
          <ac:spMkLst>
            <pc:docMk/>
            <pc:sldMk cId="0" sldId="256"/>
            <ac:spMk id="57" creationId="{65D5CB20-8752-4D75-A601-0EEB3443D27F}"/>
          </ac:spMkLst>
        </pc:spChg>
        <pc:spChg chg="mod">
          <ac:chgData name="Barbara Lorenzo" userId="d73f1720c2f5ed0e" providerId="LiveId" clId="{C181AFC6-2E59-42C3-AEDA-3F895FBEAD40}" dt="2024-10-23T14:35:34.232" v="356" actId="1035"/>
          <ac:spMkLst>
            <pc:docMk/>
            <pc:sldMk cId="0" sldId="256"/>
            <ac:spMk id="58" creationId="{B4F3D693-DA0F-454D-94C0-CEAA07C14AE3}"/>
          </ac:spMkLst>
        </pc:spChg>
        <pc:spChg chg="mod">
          <ac:chgData name="Barbara Lorenzo" userId="d73f1720c2f5ed0e" providerId="LiveId" clId="{C181AFC6-2E59-42C3-AEDA-3F895FBEAD40}" dt="2024-10-23T14:35:34.232" v="356" actId="1035"/>
          <ac:spMkLst>
            <pc:docMk/>
            <pc:sldMk cId="0" sldId="256"/>
            <ac:spMk id="59" creationId="{5EDC1F28-88BB-4DAD-9112-B4904B4A7E46}"/>
          </ac:spMkLst>
        </pc:spChg>
        <pc:spChg chg="mod">
          <ac:chgData name="Barbara Lorenzo" userId="d73f1720c2f5ed0e" providerId="LiveId" clId="{C181AFC6-2E59-42C3-AEDA-3F895FBEAD40}" dt="2024-10-23T14:27:45.198" v="330" actId="1036"/>
          <ac:spMkLst>
            <pc:docMk/>
            <pc:sldMk cId="0" sldId="256"/>
            <ac:spMk id="62" creationId="{7F29F5CE-5746-62EA-5EA7-3873A315D74C}"/>
          </ac:spMkLst>
        </pc:spChg>
        <pc:spChg chg="mod">
          <ac:chgData name="Barbara Lorenzo" userId="d73f1720c2f5ed0e" providerId="LiveId" clId="{C181AFC6-2E59-42C3-AEDA-3F895FBEAD40}" dt="2024-10-23T14:27:45.198" v="330" actId="1036"/>
          <ac:spMkLst>
            <pc:docMk/>
            <pc:sldMk cId="0" sldId="256"/>
            <ac:spMk id="63" creationId="{790FC5D0-B7E1-35DE-D023-D2AA8428F82F}"/>
          </ac:spMkLst>
        </pc:spChg>
        <pc:spChg chg="mod">
          <ac:chgData name="Barbara Lorenzo" userId="d73f1720c2f5ed0e" providerId="LiveId" clId="{C181AFC6-2E59-42C3-AEDA-3F895FBEAD40}" dt="2024-10-23T14:27:30.438" v="324" actId="1036"/>
          <ac:spMkLst>
            <pc:docMk/>
            <pc:sldMk cId="0" sldId="256"/>
            <ac:spMk id="67" creationId="{C1F04B5D-5FC4-ED52-2770-61CFF68BFF64}"/>
          </ac:spMkLst>
        </pc:spChg>
        <pc:spChg chg="mod">
          <ac:chgData name="Barbara Lorenzo" userId="d73f1720c2f5ed0e" providerId="LiveId" clId="{C181AFC6-2E59-42C3-AEDA-3F895FBEAD40}" dt="2024-10-23T14:27:30.438" v="324" actId="1036"/>
          <ac:spMkLst>
            <pc:docMk/>
            <pc:sldMk cId="0" sldId="256"/>
            <ac:spMk id="68" creationId="{7E118728-7F14-634E-4D2E-EDCA44152B7B}"/>
          </ac:spMkLst>
        </pc:spChg>
        <pc:spChg chg="mod">
          <ac:chgData name="Barbara Lorenzo" userId="d73f1720c2f5ed0e" providerId="LiveId" clId="{C181AFC6-2E59-42C3-AEDA-3F895FBEAD40}" dt="2024-10-23T14:28:33.417" v="345" actId="1036"/>
          <ac:spMkLst>
            <pc:docMk/>
            <pc:sldMk cId="0" sldId="256"/>
            <ac:spMk id="251" creationId="{415768D9-2D35-44FA-889C-1EC1DE8F0C08}"/>
          </ac:spMkLst>
        </pc:spChg>
        <pc:spChg chg="mod">
          <ac:chgData name="Barbara Lorenzo" userId="d73f1720c2f5ed0e" providerId="LiveId" clId="{C181AFC6-2E59-42C3-AEDA-3F895FBEAD40}" dt="2024-10-23T14:15:21.350" v="99" actId="1035"/>
          <ac:spMkLst>
            <pc:docMk/>
            <pc:sldMk cId="0" sldId="256"/>
            <ac:spMk id="259" creationId="{5BA5B394-92CD-4B3C-9507-4B3F124A5E31}"/>
          </ac:spMkLst>
        </pc:spChg>
        <pc:picChg chg="mod">
          <ac:chgData name="Barbara Lorenzo" userId="d73f1720c2f5ed0e" providerId="LiveId" clId="{C181AFC6-2E59-42C3-AEDA-3F895FBEAD40}" dt="2024-10-23T14:27:45.198" v="330" actId="1036"/>
          <ac:picMkLst>
            <pc:docMk/>
            <pc:sldMk cId="0" sldId="256"/>
            <ac:picMk id="6" creationId="{12CE72E8-DF84-ACB5-3E85-B1C3E7B3BF50}"/>
          </ac:picMkLst>
        </pc:picChg>
        <pc:picChg chg="mod">
          <ac:chgData name="Barbara Lorenzo" userId="d73f1720c2f5ed0e" providerId="LiveId" clId="{C181AFC6-2E59-42C3-AEDA-3F895FBEAD40}" dt="2024-10-23T14:27:30.438" v="324" actId="1036"/>
          <ac:picMkLst>
            <pc:docMk/>
            <pc:sldMk cId="0" sldId="256"/>
            <ac:picMk id="13" creationId="{0D066C2B-D47F-6638-29DE-824557F793C2}"/>
          </ac:picMkLst>
        </pc:picChg>
        <pc:picChg chg="mod">
          <ac:chgData name="Barbara Lorenzo" userId="d73f1720c2f5ed0e" providerId="LiveId" clId="{C181AFC6-2E59-42C3-AEDA-3F895FBEAD40}" dt="2024-10-23T14:28:33.417" v="345" actId="1036"/>
          <ac:picMkLst>
            <pc:docMk/>
            <pc:sldMk cId="0" sldId="256"/>
            <ac:picMk id="17" creationId="{BA578579-7D6F-4CB0-0229-8F902120F0EB}"/>
          </ac:picMkLst>
        </pc:picChg>
        <pc:picChg chg="mod">
          <ac:chgData name="Barbara Lorenzo" userId="d73f1720c2f5ed0e" providerId="LiveId" clId="{C181AFC6-2E59-42C3-AEDA-3F895FBEAD40}" dt="2024-10-23T14:27:30.438" v="324" actId="1036"/>
          <ac:picMkLst>
            <pc:docMk/>
            <pc:sldMk cId="0" sldId="256"/>
            <ac:picMk id="19" creationId="{A9234813-658B-A929-2672-64404370D04E}"/>
          </ac:picMkLst>
        </pc:picChg>
        <pc:picChg chg="mod">
          <ac:chgData name="Barbara Lorenzo" userId="d73f1720c2f5ed0e" providerId="LiveId" clId="{C181AFC6-2E59-42C3-AEDA-3F895FBEAD40}" dt="2024-10-23T14:16:24.467" v="111" actId="1036"/>
          <ac:picMkLst>
            <pc:docMk/>
            <pc:sldMk cId="0" sldId="256"/>
            <ac:picMk id="34" creationId="{0BB77AB1-0E91-9C18-DDC6-4D527F269356}"/>
          </ac:picMkLst>
        </pc:picChg>
        <pc:picChg chg="mod">
          <ac:chgData name="Barbara Lorenzo" userId="d73f1720c2f5ed0e" providerId="LiveId" clId="{C181AFC6-2E59-42C3-AEDA-3F895FBEAD40}" dt="2024-10-23T14:16:24.467" v="111" actId="1036"/>
          <ac:picMkLst>
            <pc:docMk/>
            <pc:sldMk cId="0" sldId="256"/>
            <ac:picMk id="46" creationId="{01711CD7-5690-29DC-7830-D6C0ECFD183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0" y="0"/>
            <a:ext cx="2971800" cy="457200"/>
          </a:xfrm>
          <a:prstGeom prst="rect">
            <a:avLst/>
          </a:prstGeom>
          <a:noFill/>
          <a:ln>
            <a:noFill/>
          </a:ln>
        </p:spPr>
        <p:txBody>
          <a:bodyPr vert="horz" wrap="square" lIns="91440" tIns="45720" rIns="91440" bIns="45720" anchor="t" anchorCtr="0" compatLnSpc="1">
            <a:prstTxWarp prst="textNoShape">
              <a:avLst/>
            </a:prstTxWarp>
          </a:bodyPr>
          <a:lstStyle>
            <a:defPPr>
              <a:defRPr kern="1200"/>
            </a:defPPr>
            <a:lvl1pPr>
              <a:defRPr sz="1200"/>
            </a:lvl1pPr>
          </a:lstStyle>
          <a:p>
            <a:pPr>
              <a:defRPr/>
            </a:pPr>
            <a:endParaRPr lang="en-US"/>
          </a:p>
        </p:txBody>
      </p:sp>
      <p:sp>
        <p:nvSpPr>
          <p:cNvPr id="9219" name="Rectangle 3"/>
          <p:cNvSpPr>
            <a:spLocks noGrp="1" noChangeArrowheads="1"/>
          </p:cNvSpPr>
          <p:nvPr>
            <p:ph type="dt" idx="1"/>
          </p:nvPr>
        </p:nvSpPr>
        <p:spPr bwMode="auto">
          <a:xfrm>
            <a:off x="3884613" y="0"/>
            <a:ext cx="2971800" cy="457200"/>
          </a:xfrm>
          <a:prstGeom prst="rect">
            <a:avLst/>
          </a:prstGeom>
          <a:noFill/>
          <a:ln>
            <a:noFill/>
          </a:ln>
        </p:spPr>
        <p:txBody>
          <a:bodyPr vert="horz" wrap="square" lIns="91440" tIns="45720" rIns="91440" bIns="45720" anchor="t" anchorCtr="0" compatLnSpc="1">
            <a:prstTxWarp prst="textNoShape">
              <a:avLst/>
            </a:prstTxWarp>
          </a:bodyPr>
          <a:lstStyle>
            <a:defPPr>
              <a:defRPr kern="1200"/>
            </a:defPPr>
            <a:lvl1pPr algn="r">
              <a:defRPr sz="1200"/>
            </a:lvl1pPr>
          </a:lstStyle>
          <a:p>
            <a:pPr>
              <a:defRPr/>
            </a:pPr>
            <a:endParaRPr lang="en-US"/>
          </a:p>
        </p:txBody>
      </p:sp>
      <p:sp>
        <p:nvSpPr>
          <p:cNvPr id="30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9221" name="Rectangle 5"/>
          <p:cNvSpPr>
            <a:spLocks noGrp="1" noChangeArrowheads="1"/>
          </p:cNvSpPr>
          <p:nvPr>
            <p:ph type="body" sz="quarter" idx="3"/>
          </p:nvPr>
        </p:nvSpPr>
        <p:spPr bwMode="auto">
          <a:xfrm>
            <a:off x="685800" y="4343400"/>
            <a:ext cx="5486400" cy="4114800"/>
          </a:xfrm>
          <a:prstGeom prst="rect">
            <a:avLst/>
          </a:prstGeom>
          <a:noFill/>
          <a:ln>
            <a:noFill/>
          </a:ln>
        </p:spPr>
        <p:txBody>
          <a:bodyPr vert="horz" wrap="square" lIns="91440" tIns="45720" rIns="91440" bIns="45720" anchor="t" anchorCtr="0" compatLnSpc="1">
            <a:prstTxWarp prst="textNoShape">
              <a:avLst/>
            </a:prstTxWarp>
          </a:bodyPr>
          <a:lstStyle>
            <a:defPPr>
              <a:defRPr kern="1200"/>
            </a:def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222" name="Rectangle 6"/>
          <p:cNvSpPr>
            <a:spLocks noGrp="1" noChangeArrowheads="1"/>
          </p:cNvSpPr>
          <p:nvPr>
            <p:ph type="ftr" sz="quarter" idx="4"/>
          </p:nvPr>
        </p:nvSpPr>
        <p:spPr bwMode="auto">
          <a:xfrm>
            <a:off x="0" y="8685213"/>
            <a:ext cx="2971800" cy="457200"/>
          </a:xfrm>
          <a:prstGeom prst="rect">
            <a:avLst/>
          </a:prstGeom>
          <a:noFill/>
          <a:ln>
            <a:noFill/>
          </a:ln>
        </p:spPr>
        <p:txBody>
          <a:bodyPr vert="horz" wrap="square" lIns="91440" tIns="45720" rIns="91440" bIns="45720" anchor="b" anchorCtr="0" compatLnSpc="1">
            <a:prstTxWarp prst="textNoShape">
              <a:avLst/>
            </a:prstTxWarp>
          </a:bodyPr>
          <a:lstStyle>
            <a:defPPr>
              <a:defRPr kern="1200"/>
            </a:defPPr>
            <a:lvl1pPr>
              <a:defRPr sz="1200"/>
            </a:lvl1pPr>
          </a:lstStyle>
          <a:p>
            <a:pPr>
              <a:defRPr/>
            </a:pPr>
            <a:endParaRPr lang="en-US"/>
          </a:p>
        </p:txBody>
      </p:sp>
      <p:sp>
        <p:nvSpPr>
          <p:cNvPr id="9223" name="Rectangle 7"/>
          <p:cNvSpPr>
            <a:spLocks noGrp="1" noChangeArrowheads="1"/>
          </p:cNvSpPr>
          <p:nvPr>
            <p:ph type="sldNum" sz="quarter" idx="5"/>
          </p:nvPr>
        </p:nvSpPr>
        <p:spPr bwMode="auto">
          <a:xfrm>
            <a:off x="3884613" y="8685213"/>
            <a:ext cx="2971800" cy="457200"/>
          </a:xfrm>
          <a:prstGeom prst="rect">
            <a:avLst/>
          </a:prstGeom>
          <a:noFill/>
          <a:ln>
            <a:noFill/>
          </a:ln>
        </p:spPr>
        <p:txBody>
          <a:bodyPr vert="horz" wrap="square" lIns="91440" tIns="45720" rIns="91440" bIns="45720" anchor="b" anchorCtr="0" compatLnSpc="1">
            <a:prstTxWarp prst="textNoShape">
              <a:avLst/>
            </a:prstTxWarp>
          </a:bodyPr>
          <a:lstStyle>
            <a:defPPr>
              <a:defRPr kern="1200"/>
            </a:defPPr>
            <a:lvl1pPr algn="r">
              <a:defRPr sz="1200"/>
            </a:lvl1pPr>
          </a:lstStyle>
          <a:p>
            <a:pPr>
              <a:defRPr/>
            </a:pPr>
            <a:fld id="{B95F3361-2405-48EE-818C-467D1C2230F9}" type="slidenum">
              <a:rPr lang="en-US"/>
              <a:pPr>
                <a:defRPr/>
              </a:pPr>
              <a:t>‹#›</a:t>
            </a:fld>
            <a:endParaRPr lang="en-US"/>
          </a:p>
        </p:txBody>
      </p:sp>
    </p:spTree>
    <p:extLst>
      <p:ext uri="{BB962C8B-B14F-4D97-AF65-F5344CB8AC3E}">
        <p14:creationId xmlns:p14="http://schemas.microsoft.com/office/powerpoint/2010/main" val="384273649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a:ea typeface="+mn-ea"/>
        <a:cs typeface="+mn-cs"/>
      </a:defRPr>
    </a:lvl1pPr>
    <a:lvl2pPr marL="457200" algn="l" rtl="0" eaLnBrk="0" fontAlgn="base" hangingPunct="0">
      <a:spcBef>
        <a:spcPct val="30000"/>
      </a:spcBef>
      <a:spcAft>
        <a:spcPct val="0"/>
      </a:spcAft>
      <a:defRPr sz="1200" kern="1200">
        <a:solidFill>
          <a:schemeClr val="tx1"/>
        </a:solidFill>
        <a:latin typeface="Arial"/>
        <a:ea typeface="+mn-ea"/>
        <a:cs typeface="+mn-cs"/>
      </a:defRPr>
    </a:lvl2pPr>
    <a:lvl3pPr marL="914400" algn="l" rtl="0" eaLnBrk="0" fontAlgn="base" hangingPunct="0">
      <a:spcBef>
        <a:spcPct val="30000"/>
      </a:spcBef>
      <a:spcAft>
        <a:spcPct val="0"/>
      </a:spcAft>
      <a:defRPr sz="1200" kern="1200">
        <a:solidFill>
          <a:schemeClr val="tx1"/>
        </a:solidFill>
        <a:latin typeface="Arial"/>
        <a:ea typeface="+mn-ea"/>
        <a:cs typeface="+mn-cs"/>
      </a:defRPr>
    </a:lvl3pPr>
    <a:lvl4pPr marL="1371600" algn="l" rtl="0" eaLnBrk="0" fontAlgn="base" hangingPunct="0">
      <a:spcBef>
        <a:spcPct val="30000"/>
      </a:spcBef>
      <a:spcAft>
        <a:spcPct val="0"/>
      </a:spcAft>
      <a:defRPr sz="1200" kern="1200">
        <a:solidFill>
          <a:schemeClr val="tx1"/>
        </a:solidFill>
        <a:latin typeface="Arial"/>
        <a:ea typeface="+mn-ea"/>
        <a:cs typeface="+mn-cs"/>
      </a:defRPr>
    </a:lvl4pPr>
    <a:lvl5pPr marL="1828800" algn="l" rtl="0" eaLnBrk="0" fontAlgn="base" hangingPunct="0">
      <a:spcBef>
        <a:spcPct val="30000"/>
      </a:spcBef>
      <a:spcAft>
        <a:spcPct val="0"/>
      </a:spcAft>
      <a:defRPr sz="1200" kern="1200">
        <a:solidFill>
          <a:schemeClr val="tx1"/>
        </a:solidFill>
        <a:latin typeface="Arial"/>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kern="1200"/>
            </a:defPPr>
            <a:lvl1pPr eaLnBrk="0" hangingPunct="0">
              <a:defRPr sz="3800">
                <a:solidFill>
                  <a:schemeClr val="tx1"/>
                </a:solidFill>
                <a:latin typeface="Arial"/>
              </a:defRPr>
            </a:lvl1pPr>
            <a:lvl2pPr marL="742950" indent="-285750" eaLnBrk="0" hangingPunct="0">
              <a:defRPr sz="3800">
                <a:solidFill>
                  <a:schemeClr val="tx1"/>
                </a:solidFill>
                <a:latin typeface="Arial"/>
              </a:defRPr>
            </a:lvl2pPr>
            <a:lvl3pPr marL="1143000" indent="-228600" eaLnBrk="0" hangingPunct="0">
              <a:defRPr sz="3800">
                <a:solidFill>
                  <a:schemeClr val="tx1"/>
                </a:solidFill>
                <a:latin typeface="Arial"/>
              </a:defRPr>
            </a:lvl3pPr>
            <a:lvl4pPr marL="1600200" indent="-228600" eaLnBrk="0" hangingPunct="0">
              <a:defRPr sz="3800">
                <a:solidFill>
                  <a:schemeClr val="tx1"/>
                </a:solidFill>
                <a:latin typeface="Arial"/>
              </a:defRPr>
            </a:lvl4pPr>
            <a:lvl5pPr marL="2057400" indent="-228600" eaLnBrk="0" hangingPunct="0">
              <a:defRPr sz="3800">
                <a:solidFill>
                  <a:schemeClr val="tx1"/>
                </a:solidFill>
                <a:latin typeface="Arial"/>
              </a:defRPr>
            </a:lvl5pPr>
            <a:lvl6pPr marL="2514600" indent="-228600" eaLnBrk="0" fontAlgn="base" hangingPunct="0">
              <a:spcBef>
                <a:spcPct val="0"/>
              </a:spcBef>
              <a:spcAft>
                <a:spcPct val="0"/>
              </a:spcAft>
              <a:defRPr sz="3800">
                <a:solidFill>
                  <a:schemeClr val="tx1"/>
                </a:solidFill>
                <a:latin typeface="Arial"/>
              </a:defRPr>
            </a:lvl6pPr>
            <a:lvl7pPr marL="2971800" indent="-228600" eaLnBrk="0" fontAlgn="base" hangingPunct="0">
              <a:spcBef>
                <a:spcPct val="0"/>
              </a:spcBef>
              <a:spcAft>
                <a:spcPct val="0"/>
              </a:spcAft>
              <a:defRPr sz="3800">
                <a:solidFill>
                  <a:schemeClr val="tx1"/>
                </a:solidFill>
                <a:latin typeface="Arial"/>
              </a:defRPr>
            </a:lvl7pPr>
            <a:lvl8pPr marL="3429000" indent="-228600" eaLnBrk="0" fontAlgn="base" hangingPunct="0">
              <a:spcBef>
                <a:spcPct val="0"/>
              </a:spcBef>
              <a:spcAft>
                <a:spcPct val="0"/>
              </a:spcAft>
              <a:defRPr sz="3800">
                <a:solidFill>
                  <a:schemeClr val="tx1"/>
                </a:solidFill>
                <a:latin typeface="Arial"/>
              </a:defRPr>
            </a:lvl8pPr>
            <a:lvl9pPr marL="3886200" indent="-228600" eaLnBrk="0" fontAlgn="base" hangingPunct="0">
              <a:spcBef>
                <a:spcPct val="0"/>
              </a:spcBef>
              <a:spcAft>
                <a:spcPct val="0"/>
              </a:spcAft>
              <a:defRPr sz="3800">
                <a:solidFill>
                  <a:schemeClr val="tx1"/>
                </a:solidFill>
                <a:latin typeface="Arial"/>
              </a:defRPr>
            </a:lvl9pPr>
          </a:lstStyle>
          <a:p>
            <a:pPr eaLnBrk="1" hangingPunct="1"/>
            <a:fld id="{78EE7683-CAC2-4B7F-B858-28F016B0AEB9}" type="slidenum">
              <a:rPr lang="en-US" sz="1200" smtClean="0"/>
              <a:pPr eaLnBrk="1" hangingPunct="1"/>
              <a:t>1</a:t>
            </a:fld>
            <a:endParaRPr lang="en-US" sz="1200"/>
          </a:p>
        </p:txBody>
      </p:sp>
      <p:sp>
        <p:nvSpPr>
          <p:cNvPr id="4099" name="Rectangle 2"/>
          <p:cNvSpPr>
            <a:spLocks noGrp="1" noRot="1" noChangeAspect="1" noChangeArrowheads="1" noTextEdit="1"/>
          </p:cNvSpPr>
          <p:nvPr>
            <p:ph type="sldImg"/>
          </p:nvPr>
        </p:nvSpPr>
        <p:spPr>
          <a:xfrm>
            <a:off x="1143000" y="685800"/>
            <a:ext cx="4572000" cy="3429000"/>
          </a:xfrm>
        </p:spPr>
      </p:sp>
      <p:sp>
        <p:nvSpPr>
          <p:cNvPr id="410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kern="1200"/>
            </a:defPPr>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2475" y="10226676"/>
            <a:ext cx="37306250" cy="7054850"/>
          </a:xfrm>
        </p:spPr>
        <p:txBody>
          <a:bodyPr/>
          <a:lstStyle>
            <a:defPPr>
              <a:defRPr kern="1200"/>
            </a:defPPr>
          </a:lstStyle>
          <a:p>
            <a:r>
              <a:rPr lang="en-US"/>
              <a:t>Click to edit Master title style</a:t>
            </a:r>
          </a:p>
        </p:txBody>
      </p:sp>
      <p:sp>
        <p:nvSpPr>
          <p:cNvPr id="3" name="Subtitle 2"/>
          <p:cNvSpPr>
            <a:spLocks noGrp="1"/>
          </p:cNvSpPr>
          <p:nvPr>
            <p:ph type="subTitle" idx="1"/>
          </p:nvPr>
        </p:nvSpPr>
        <p:spPr>
          <a:xfrm>
            <a:off x="6583363" y="18653126"/>
            <a:ext cx="30724475" cy="8413750"/>
          </a:xfrm>
        </p:spPr>
        <p:txBody>
          <a:bodyPr/>
          <a:lstStyle>
            <a:defPPr>
              <a:defRPr kern="1200"/>
            </a:defPPr>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CB043562-595C-41E0-A431-AB378AFFB518}" type="slidenum">
              <a:rPr lang="en-US"/>
              <a:pPr>
                <a:defRPr/>
              </a:pPr>
              <a:t>‹#›</a:t>
            </a:fld>
            <a:endParaRPr lang="en-US"/>
          </a:p>
        </p:txBody>
      </p:sp>
    </p:spTree>
    <p:extLst>
      <p:ext uri="{BB962C8B-B14F-4D97-AF65-F5344CB8AC3E}">
        <p14:creationId xmlns:p14="http://schemas.microsoft.com/office/powerpoint/2010/main" val="4119552568"/>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Content Placeholder 2"/>
          <p:cNvSpPr>
            <a:spLocks noGrp="1"/>
          </p:cNvSpPr>
          <p:nvPr>
            <p:ph idx="1"/>
          </p:nvPr>
        </p:nvSpPr>
        <p:spPr/>
        <p:txBody>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E844B6AF-379B-4B34-AAC6-97D3032A49C6}" type="slidenum">
              <a:rPr lang="en-US"/>
              <a:pPr>
                <a:defRPr/>
              </a:pPr>
              <a:t>‹#›</a:t>
            </a:fld>
            <a:endParaRPr lang="en-US"/>
          </a:p>
        </p:txBody>
      </p:sp>
    </p:spTree>
    <p:extLst>
      <p:ext uri="{BB962C8B-B14F-4D97-AF65-F5344CB8AC3E}">
        <p14:creationId xmlns:p14="http://schemas.microsoft.com/office/powerpoint/2010/main" val="1816615251"/>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0" y="21153439"/>
            <a:ext cx="37307838" cy="6537325"/>
          </a:xfrm>
        </p:spPr>
        <p:txBody>
          <a:bodyPr anchor="t"/>
          <a:lstStyle>
            <a:defPPr>
              <a:defRPr kern="1200"/>
            </a:defPPr>
            <a:lvl1pPr algn="l">
              <a:defRPr sz="4000" b="1" cap="all"/>
            </a:lvl1pPr>
          </a:lstStyle>
          <a:p>
            <a:r>
              <a:rPr lang="en-US"/>
              <a:t>Click to edit Master title style</a:t>
            </a:r>
          </a:p>
        </p:txBody>
      </p:sp>
      <p:sp>
        <p:nvSpPr>
          <p:cNvPr id="3" name="Text Placeholder 2"/>
          <p:cNvSpPr>
            <a:spLocks noGrp="1"/>
          </p:cNvSpPr>
          <p:nvPr>
            <p:ph type="body" idx="1"/>
          </p:nvPr>
        </p:nvSpPr>
        <p:spPr>
          <a:xfrm>
            <a:off x="3467100" y="13952538"/>
            <a:ext cx="37307838" cy="7200900"/>
          </a:xfrm>
        </p:spPr>
        <p:txBody>
          <a:bodyPr anchor="b"/>
          <a:lstStyle>
            <a:defPPr>
              <a:defRPr kern="1200"/>
            </a:defPPr>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B44BFBC0-7F94-4CE5-A00D-18BE726F285A}" type="slidenum">
              <a:rPr lang="en-US"/>
              <a:pPr>
                <a:defRPr/>
              </a:pPr>
              <a:t>‹#›</a:t>
            </a:fld>
            <a:endParaRPr lang="en-US"/>
          </a:p>
        </p:txBody>
      </p:sp>
    </p:spTree>
    <p:extLst>
      <p:ext uri="{BB962C8B-B14F-4D97-AF65-F5344CB8AC3E}">
        <p14:creationId xmlns:p14="http://schemas.microsoft.com/office/powerpoint/2010/main" val="4165159111"/>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Content Placeholder 2"/>
          <p:cNvSpPr>
            <a:spLocks noGrp="1"/>
          </p:cNvSpPr>
          <p:nvPr>
            <p:ph sz="half" idx="1"/>
          </p:nvPr>
        </p:nvSpPr>
        <p:spPr>
          <a:xfrm>
            <a:off x="2193927" y="7680326"/>
            <a:ext cx="19675475" cy="21726525"/>
          </a:xfrm>
        </p:spPr>
        <p:txBody>
          <a:bodyPr/>
          <a:lstStyle>
            <a:defPPr>
              <a:defRPr kern="1200"/>
            </a:defPPr>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2021802" y="7680326"/>
            <a:ext cx="19675475" cy="21726525"/>
          </a:xfrm>
        </p:spPr>
        <p:txBody>
          <a:bodyPr/>
          <a:lstStyle>
            <a:defPPr>
              <a:defRPr kern="1200"/>
            </a:defPPr>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CDF645C6-96DC-4F21-9A48-95AFF68A54A2}" type="slidenum">
              <a:rPr lang="en-US"/>
              <a:pPr>
                <a:defRPr/>
              </a:pPr>
              <a:t>‹#›</a:t>
            </a:fld>
            <a:endParaRPr lang="en-US"/>
          </a:p>
        </p:txBody>
      </p:sp>
    </p:spTree>
    <p:extLst>
      <p:ext uri="{BB962C8B-B14F-4D97-AF65-F5344CB8AC3E}">
        <p14:creationId xmlns:p14="http://schemas.microsoft.com/office/powerpoint/2010/main" val="3883547938"/>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vl1pPr>
              <a:defRPr/>
            </a:lvl1pPr>
          </a:lstStyle>
          <a:p>
            <a:r>
              <a:rPr lang="en-US"/>
              <a:t>Click to edit Master title style</a:t>
            </a:r>
          </a:p>
        </p:txBody>
      </p:sp>
      <p:sp>
        <p:nvSpPr>
          <p:cNvPr id="3" name="Text Placeholder 2"/>
          <p:cNvSpPr>
            <a:spLocks noGrp="1"/>
          </p:cNvSpPr>
          <p:nvPr>
            <p:ph type="body" idx="1"/>
          </p:nvPr>
        </p:nvSpPr>
        <p:spPr>
          <a:xfrm>
            <a:off x="2193925" y="7369176"/>
            <a:ext cx="19392900" cy="3070225"/>
          </a:xfrm>
        </p:spPr>
        <p:txBody>
          <a:bodyPr anchor="b"/>
          <a:lstStyle>
            <a:defPPr>
              <a:defRPr kern="1200"/>
            </a:defPPr>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193925" y="10439400"/>
            <a:ext cx="19392900" cy="18965862"/>
          </a:xfrm>
        </p:spPr>
        <p:txBody>
          <a:bodyPr/>
          <a:lstStyle>
            <a:defPPr>
              <a:defRPr kern="1200"/>
            </a:defPPr>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96438" y="7369176"/>
            <a:ext cx="19400838" cy="3070225"/>
          </a:xfrm>
        </p:spPr>
        <p:txBody>
          <a:bodyPr anchor="b"/>
          <a:lstStyle>
            <a:defPPr>
              <a:defRPr kern="1200"/>
            </a:defPPr>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22296438" y="10439400"/>
            <a:ext cx="19400838" cy="18965862"/>
          </a:xfrm>
        </p:spPr>
        <p:txBody>
          <a:bodyPr/>
          <a:lstStyle>
            <a:defPPr>
              <a:defRPr kern="1200"/>
            </a:defPPr>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8"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9" name="Rectangle 6"/>
          <p:cNvSpPr>
            <a:spLocks noGrp="1" noChangeArrowheads="1"/>
          </p:cNvSpPr>
          <p:nvPr>
            <p:ph type="sldNum" sz="quarter" idx="12"/>
          </p:nvPr>
        </p:nvSpPr>
        <p:spPr/>
        <p:txBody>
          <a:bodyPr/>
          <a:lstStyle>
            <a:defPPr>
              <a:defRPr kern="1200"/>
            </a:defPPr>
            <a:lvl1pPr>
              <a:defRPr/>
            </a:lvl1pPr>
          </a:lstStyle>
          <a:p>
            <a:pPr>
              <a:defRPr/>
            </a:pPr>
            <a:fld id="{C2B12CE4-144C-4A27-8B3F-7EB79E6B2146}" type="slidenum">
              <a:rPr lang="en-US"/>
              <a:pPr>
                <a:defRPr/>
              </a:pPr>
              <a:t>‹#›</a:t>
            </a:fld>
            <a:endParaRPr lang="en-US"/>
          </a:p>
        </p:txBody>
      </p:sp>
    </p:spTree>
    <p:extLst>
      <p:ext uri="{BB962C8B-B14F-4D97-AF65-F5344CB8AC3E}">
        <p14:creationId xmlns:p14="http://schemas.microsoft.com/office/powerpoint/2010/main" val="181852363"/>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4"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5" name="Rectangle 6"/>
          <p:cNvSpPr>
            <a:spLocks noGrp="1" noChangeArrowheads="1"/>
          </p:cNvSpPr>
          <p:nvPr>
            <p:ph type="sldNum" sz="quarter" idx="12"/>
          </p:nvPr>
        </p:nvSpPr>
        <p:spPr/>
        <p:txBody>
          <a:bodyPr/>
          <a:lstStyle>
            <a:defPPr>
              <a:defRPr kern="1200"/>
            </a:defPPr>
            <a:lvl1pPr>
              <a:defRPr/>
            </a:lvl1pPr>
          </a:lstStyle>
          <a:p>
            <a:pPr>
              <a:defRPr/>
            </a:pPr>
            <a:fld id="{8F1FAA83-0A80-48DF-A2A9-D01CE04D8E50}" type="slidenum">
              <a:rPr lang="en-US"/>
              <a:pPr>
                <a:defRPr/>
              </a:pPr>
              <a:t>‹#›</a:t>
            </a:fld>
            <a:endParaRPr lang="en-US"/>
          </a:p>
        </p:txBody>
      </p:sp>
    </p:spTree>
    <p:extLst>
      <p:ext uri="{BB962C8B-B14F-4D97-AF65-F5344CB8AC3E}">
        <p14:creationId xmlns:p14="http://schemas.microsoft.com/office/powerpoint/2010/main" val="658378949"/>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3"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4" name="Rectangle 6"/>
          <p:cNvSpPr>
            <a:spLocks noGrp="1" noChangeArrowheads="1"/>
          </p:cNvSpPr>
          <p:nvPr>
            <p:ph type="sldNum" sz="quarter" idx="12"/>
          </p:nvPr>
        </p:nvSpPr>
        <p:spPr/>
        <p:txBody>
          <a:bodyPr/>
          <a:lstStyle>
            <a:defPPr>
              <a:defRPr kern="1200"/>
            </a:defPPr>
            <a:lvl1pPr>
              <a:defRPr/>
            </a:lvl1pPr>
          </a:lstStyle>
          <a:p>
            <a:pPr>
              <a:defRPr/>
            </a:pPr>
            <a:fld id="{8203DA95-0AAE-48A7-9DEF-F9FD3932C4A9}" type="slidenum">
              <a:rPr lang="en-US"/>
              <a:pPr>
                <a:defRPr/>
              </a:pPr>
              <a:t>‹#›</a:t>
            </a:fld>
            <a:endParaRPr lang="en-US"/>
          </a:p>
        </p:txBody>
      </p:sp>
    </p:spTree>
    <p:extLst>
      <p:ext uri="{BB962C8B-B14F-4D97-AF65-F5344CB8AC3E}">
        <p14:creationId xmlns:p14="http://schemas.microsoft.com/office/powerpoint/2010/main" val="745862034"/>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3925" y="1311276"/>
            <a:ext cx="14439900" cy="5576888"/>
          </a:xfrm>
        </p:spPr>
        <p:txBody>
          <a:bodyPr anchor="b"/>
          <a:lstStyle>
            <a:defPPr>
              <a:defRPr kern="1200"/>
            </a:defPPr>
            <a:lvl1pPr algn="l">
              <a:defRPr sz="2000" b="1"/>
            </a:lvl1pPr>
          </a:lstStyle>
          <a:p>
            <a:r>
              <a:rPr lang="en-US"/>
              <a:t>Click to edit Master title style</a:t>
            </a:r>
          </a:p>
        </p:txBody>
      </p:sp>
      <p:sp>
        <p:nvSpPr>
          <p:cNvPr id="3" name="Content Placeholder 2"/>
          <p:cNvSpPr>
            <a:spLocks noGrp="1"/>
          </p:cNvSpPr>
          <p:nvPr>
            <p:ph idx="1"/>
          </p:nvPr>
        </p:nvSpPr>
        <p:spPr>
          <a:xfrm>
            <a:off x="17160875" y="1311276"/>
            <a:ext cx="24536400" cy="28093988"/>
          </a:xfrm>
        </p:spPr>
        <p:txBody>
          <a:bodyPr/>
          <a:lstStyle>
            <a:defPPr>
              <a:defRPr kern="1200"/>
            </a:defPPr>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3925" y="6888163"/>
            <a:ext cx="14439900" cy="22517100"/>
          </a:xfrm>
        </p:spPr>
        <p:txBody>
          <a:bodyPr/>
          <a:lstStyle>
            <a:defPPr>
              <a:defRPr kern="1200"/>
            </a:defPPr>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D77038B2-2801-40BE-BC48-C628781FF49E}" type="slidenum">
              <a:rPr lang="en-US"/>
              <a:pPr>
                <a:defRPr/>
              </a:pPr>
              <a:t>‹#›</a:t>
            </a:fld>
            <a:endParaRPr lang="en-US"/>
          </a:p>
        </p:txBody>
      </p:sp>
    </p:spTree>
    <p:extLst>
      <p:ext uri="{BB962C8B-B14F-4D97-AF65-F5344CB8AC3E}">
        <p14:creationId xmlns:p14="http://schemas.microsoft.com/office/powerpoint/2010/main" val="3969730154"/>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2663" y="23042563"/>
            <a:ext cx="26335038" cy="2720975"/>
          </a:xfrm>
        </p:spPr>
        <p:txBody>
          <a:bodyPr anchor="b"/>
          <a:lstStyle>
            <a:defPPr>
              <a:defRPr kern="1200"/>
            </a:defPPr>
            <a:lvl1pPr algn="l">
              <a:defRPr sz="2000" b="1"/>
            </a:lvl1pPr>
          </a:lstStyle>
          <a:p>
            <a:r>
              <a:rPr lang="en-US"/>
              <a:t>Click to edit Master title style</a:t>
            </a:r>
          </a:p>
        </p:txBody>
      </p:sp>
      <p:sp>
        <p:nvSpPr>
          <p:cNvPr id="3" name="Picture Placeholder 2"/>
          <p:cNvSpPr>
            <a:spLocks noGrp="1"/>
          </p:cNvSpPr>
          <p:nvPr>
            <p:ph type="pic" idx="1"/>
          </p:nvPr>
        </p:nvSpPr>
        <p:spPr>
          <a:xfrm>
            <a:off x="8602663" y="2941639"/>
            <a:ext cx="26335038" cy="19750088"/>
          </a:xfrm>
        </p:spPr>
        <p:txBody>
          <a:bodyPr/>
          <a:lstStyle>
            <a:defPPr>
              <a:defRPr kern="1200"/>
            </a:defPPr>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8602663" y="25763539"/>
            <a:ext cx="26335038" cy="3862387"/>
          </a:xfrm>
        </p:spPr>
        <p:txBody>
          <a:bodyPr/>
          <a:lstStyle>
            <a:defPPr>
              <a:defRPr kern="1200"/>
            </a:defPPr>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700A3960-9A0E-4A4A-BE72-10B88343DD28}" type="slidenum">
              <a:rPr lang="en-US"/>
              <a:pPr>
                <a:defRPr/>
              </a:pPr>
              <a:t>‹#›</a:t>
            </a:fld>
            <a:endParaRPr lang="en-US"/>
          </a:p>
        </p:txBody>
      </p:sp>
    </p:spTree>
    <p:extLst>
      <p:ext uri="{BB962C8B-B14F-4D97-AF65-F5344CB8AC3E}">
        <p14:creationId xmlns:p14="http://schemas.microsoft.com/office/powerpoint/2010/main" val="2586302830"/>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Vertical Text Placeholder 2"/>
          <p:cNvSpPr>
            <a:spLocks noGrp="1"/>
          </p:cNvSpPr>
          <p:nvPr>
            <p:ph type="body" orient="vert" idx="1"/>
          </p:nvPr>
        </p:nvSpPr>
        <p:spPr/>
        <p:txBody>
          <a:bodyPr vert="eaVert"/>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11865ABB-973D-4162-96BF-63AD8AB82A90}" type="slidenum">
              <a:rPr lang="en-US"/>
              <a:pPr>
                <a:defRPr/>
              </a:pPr>
              <a:t>‹#›</a:t>
            </a:fld>
            <a:endParaRPr lang="en-US"/>
          </a:p>
        </p:txBody>
      </p:sp>
    </p:spTree>
    <p:extLst>
      <p:ext uri="{BB962C8B-B14F-4D97-AF65-F5344CB8AC3E}">
        <p14:creationId xmlns:p14="http://schemas.microsoft.com/office/powerpoint/2010/main" val="4281439959"/>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821440" y="1317626"/>
            <a:ext cx="9875837" cy="28089225"/>
          </a:xfrm>
        </p:spPr>
        <p:txBody>
          <a:bodyPr vert="eaVert"/>
          <a:lstStyle>
            <a:defPPr>
              <a:defRPr kern="1200"/>
            </a:defPPr>
          </a:lstStyle>
          <a:p>
            <a:r>
              <a:rPr lang="en-US"/>
              <a:t>Click to edit Master title style</a:t>
            </a:r>
          </a:p>
        </p:txBody>
      </p:sp>
      <p:sp>
        <p:nvSpPr>
          <p:cNvPr id="3" name="Vertical Text Placeholder 2"/>
          <p:cNvSpPr>
            <a:spLocks noGrp="1"/>
          </p:cNvSpPr>
          <p:nvPr>
            <p:ph type="body" orient="vert" idx="1"/>
          </p:nvPr>
        </p:nvSpPr>
        <p:spPr>
          <a:xfrm>
            <a:off x="2193925" y="1317626"/>
            <a:ext cx="29475112" cy="28089225"/>
          </a:xfrm>
        </p:spPr>
        <p:txBody>
          <a:bodyPr vert="eaVert"/>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638E2FC5-3957-4F45-8892-8AA180862785}" type="slidenum">
              <a:rPr lang="en-US"/>
              <a:pPr>
                <a:defRPr/>
              </a:pPr>
              <a:t>‹#›</a:t>
            </a:fld>
            <a:endParaRPr lang="en-US"/>
          </a:p>
        </p:txBody>
      </p:sp>
    </p:spTree>
    <p:extLst>
      <p:ext uri="{BB962C8B-B14F-4D97-AF65-F5344CB8AC3E}">
        <p14:creationId xmlns:p14="http://schemas.microsoft.com/office/powerpoint/2010/main" val="1759266704"/>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hart" preserve="1">
  <p:cSld name="Title, Text and Chart">
    <p:spTree>
      <p:nvGrpSpPr>
        <p:cNvPr id="1" name=""/>
        <p:cNvGrpSpPr/>
        <p:nvPr/>
      </p:nvGrpSpPr>
      <p:grpSpPr>
        <a:xfrm>
          <a:off x="0" y="0"/>
          <a:ext cx="0" cy="0"/>
          <a:chOff x="0" y="0"/>
          <a:chExt cx="0" cy="0"/>
        </a:xfrm>
      </p:grpSpPr>
      <p:sp>
        <p:nvSpPr>
          <p:cNvPr id="2" name="Title 1"/>
          <p:cNvSpPr>
            <a:spLocks noGrp="1"/>
          </p:cNvSpPr>
          <p:nvPr>
            <p:ph type="title"/>
          </p:nvPr>
        </p:nvSpPr>
        <p:spPr>
          <a:xfrm>
            <a:off x="2193925" y="1317625"/>
            <a:ext cx="39503350" cy="5486400"/>
          </a:xfrm>
        </p:spPr>
        <p:txBody>
          <a:bodyPr/>
          <a:lstStyle>
            <a:defPPr>
              <a:defRPr kern="1200"/>
            </a:defPPr>
          </a:lstStyle>
          <a:p>
            <a:r>
              <a:rPr lang="en-US"/>
              <a:t>Click to edit Master title style</a:t>
            </a:r>
          </a:p>
        </p:txBody>
      </p:sp>
      <p:sp>
        <p:nvSpPr>
          <p:cNvPr id="3" name="Text Placeholder 2"/>
          <p:cNvSpPr>
            <a:spLocks noGrp="1"/>
          </p:cNvSpPr>
          <p:nvPr>
            <p:ph type="body" sz="half" idx="1"/>
          </p:nvPr>
        </p:nvSpPr>
        <p:spPr>
          <a:xfrm>
            <a:off x="2193927" y="7680326"/>
            <a:ext cx="19675475" cy="21726525"/>
          </a:xfrm>
        </p:spPr>
        <p:txBody>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hart Placeholder 3"/>
          <p:cNvSpPr>
            <a:spLocks noGrp="1"/>
          </p:cNvSpPr>
          <p:nvPr>
            <p:ph type="chart" sz="half" idx="2"/>
          </p:nvPr>
        </p:nvSpPr>
        <p:spPr>
          <a:xfrm>
            <a:off x="22021802" y="7680326"/>
            <a:ext cx="19675475" cy="21726525"/>
          </a:xfrm>
        </p:spPr>
        <p:txBody>
          <a:bodyPr/>
          <a:lstStyle>
            <a:defPPr>
              <a:defRPr kern="1200"/>
            </a:defPPr>
          </a:lstStyle>
          <a:p>
            <a:pPr lvl="0"/>
            <a:endParaRPr lang="en-US" noProof="0"/>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4FA04B66-8F62-42BD-B0EA-2923AA341B7B}" type="slidenum">
              <a:rPr lang="en-US"/>
              <a:pPr>
                <a:defRPr/>
              </a:pPr>
              <a:t>‹#›</a:t>
            </a:fld>
            <a:endParaRPr lang="en-US"/>
          </a:p>
        </p:txBody>
      </p:sp>
    </p:spTree>
    <p:extLst>
      <p:ext uri="{BB962C8B-B14F-4D97-AF65-F5344CB8AC3E}">
        <p14:creationId xmlns:p14="http://schemas.microsoft.com/office/powerpoint/2010/main" val="1784658897"/>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193925" y="1317625"/>
            <a:ext cx="3950335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70207" tIns="235104" rIns="470207" bIns="235104" anchor="ctr" anchorCtr="0" compatLnSpc="1">
            <a:prstTxWarp prst="textNoShape">
              <a:avLst/>
            </a:prstTxWarp>
          </a:bodyPr>
          <a:lstStyle>
            <a:defPPr>
              <a:defRPr kern="1200"/>
            </a:defPPr>
          </a:lstStyle>
          <a:p>
            <a:pPr lvl="0"/>
            <a:r>
              <a:rPr lang="en-US"/>
              <a:t>Click to edit Master title style</a:t>
            </a:r>
          </a:p>
        </p:txBody>
      </p:sp>
      <p:sp>
        <p:nvSpPr>
          <p:cNvPr id="1027" name="Rectangle 3"/>
          <p:cNvSpPr>
            <a:spLocks noGrp="1" noChangeArrowheads="1"/>
          </p:cNvSpPr>
          <p:nvPr>
            <p:ph type="body" idx="1"/>
          </p:nvPr>
        </p:nvSpPr>
        <p:spPr bwMode="auto">
          <a:xfrm>
            <a:off x="2193925" y="7680326"/>
            <a:ext cx="39503350" cy="2172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70207" tIns="235104" rIns="470207" bIns="235104" anchor="t" anchorCtr="0" compatLnSpc="1">
            <a:prstTxWarp prst="textNoShape">
              <a:avLst/>
            </a:prstTxWarp>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2193925" y="29978350"/>
            <a:ext cx="10242550" cy="2286000"/>
          </a:xfrm>
          <a:prstGeom prst="rect">
            <a:avLst/>
          </a:prstGeom>
          <a:noFill/>
          <a:ln>
            <a:noFill/>
          </a:ln>
        </p:spPr>
        <p:txBody>
          <a:bodyPr vert="horz" wrap="square" lIns="470207" tIns="235104" rIns="470207" bIns="235104" anchor="t" anchorCtr="0" compatLnSpc="1">
            <a:prstTxWarp prst="textNoShape">
              <a:avLst/>
            </a:prstTxWarp>
          </a:bodyPr>
          <a:lstStyle>
            <a:defPPr>
              <a:defRPr kern="1200"/>
            </a:defPPr>
            <a:lvl1pPr>
              <a:defRPr sz="7100" smtClean="0"/>
            </a:lvl1pPr>
          </a:lstStyle>
          <a:p>
            <a:pPr>
              <a:defRPr/>
            </a:pPr>
            <a:endParaRPr lang="en-US"/>
          </a:p>
        </p:txBody>
      </p:sp>
      <p:sp>
        <p:nvSpPr>
          <p:cNvPr id="1029" name="Rectangle 5"/>
          <p:cNvSpPr>
            <a:spLocks noGrp="1" noChangeArrowheads="1"/>
          </p:cNvSpPr>
          <p:nvPr>
            <p:ph type="ftr" sz="quarter" idx="3"/>
          </p:nvPr>
        </p:nvSpPr>
        <p:spPr bwMode="auto">
          <a:xfrm>
            <a:off x="14995525" y="29978350"/>
            <a:ext cx="13900150" cy="2286000"/>
          </a:xfrm>
          <a:prstGeom prst="rect">
            <a:avLst/>
          </a:prstGeom>
          <a:noFill/>
          <a:ln>
            <a:noFill/>
          </a:ln>
        </p:spPr>
        <p:txBody>
          <a:bodyPr vert="horz" wrap="square" lIns="470207" tIns="235104" rIns="470207" bIns="235104" anchor="t" anchorCtr="0" compatLnSpc="1">
            <a:prstTxWarp prst="textNoShape">
              <a:avLst/>
            </a:prstTxWarp>
          </a:bodyPr>
          <a:lstStyle>
            <a:defPPr>
              <a:defRPr kern="1200"/>
            </a:defPPr>
            <a:lvl1pPr algn="ctr">
              <a:defRPr sz="7100" smtClean="0"/>
            </a:lvl1pPr>
          </a:lstStyle>
          <a:p>
            <a:pPr>
              <a:defRPr/>
            </a:pPr>
            <a:endParaRPr lang="en-US"/>
          </a:p>
        </p:txBody>
      </p:sp>
      <p:sp>
        <p:nvSpPr>
          <p:cNvPr id="1030" name="Rectangle 6"/>
          <p:cNvSpPr>
            <a:spLocks noGrp="1" noChangeArrowheads="1"/>
          </p:cNvSpPr>
          <p:nvPr>
            <p:ph type="sldNum" sz="quarter" idx="4"/>
          </p:nvPr>
        </p:nvSpPr>
        <p:spPr bwMode="auto">
          <a:xfrm>
            <a:off x="31454725" y="29978350"/>
            <a:ext cx="10242550" cy="2286000"/>
          </a:xfrm>
          <a:prstGeom prst="rect">
            <a:avLst/>
          </a:prstGeom>
          <a:noFill/>
          <a:ln>
            <a:noFill/>
          </a:ln>
        </p:spPr>
        <p:txBody>
          <a:bodyPr vert="horz" wrap="square" lIns="470207" tIns="235104" rIns="470207" bIns="235104" anchor="t" anchorCtr="0" compatLnSpc="1">
            <a:prstTxWarp prst="textNoShape">
              <a:avLst/>
            </a:prstTxWarp>
          </a:bodyPr>
          <a:lstStyle>
            <a:defPPr>
              <a:defRPr kern="1200"/>
            </a:defPPr>
            <a:lvl1pPr algn="r">
              <a:defRPr sz="7100" smtClean="0"/>
            </a:lvl1pPr>
          </a:lstStyle>
          <a:p>
            <a:pPr>
              <a:defRPr/>
            </a:pPr>
            <a:fld id="{2839560C-692A-406E-AC47-35009443A5A0}" type="slidenum">
              <a:rPr lang="en-US"/>
              <a:pPr>
                <a:defRPr/>
              </a:pPr>
              <a:t>‹#›</a:t>
            </a:fld>
            <a:endParaRPr lang="en-US"/>
          </a:p>
        </p:txBody>
      </p:sp>
      <p:pic>
        <p:nvPicPr>
          <p:cNvPr id="1031" name="New picture"/>
          <p:cNvPicPr/>
          <p:nvPr/>
        </p:nvPicPr>
        <p:blipFill>
          <a:blip r:embed="rId14"/>
          <a:stretch>
            <a:fillRect/>
          </a:stretch>
        </p:blipFill>
        <p:spPr>
          <a:xfrm rot="16200000">
            <a:off x="-11074400" y="16459200"/>
            <a:ext cx="14274800" cy="3937000"/>
          </a:xfrm>
          <a:prstGeom prst="rect">
            <a:avLst/>
          </a:prstGeom>
        </p:spPr>
      </p:pic>
      <p:pic>
        <p:nvPicPr>
          <p:cNvPr id="1032" name="New picture"/>
          <p:cNvPicPr/>
          <p:nvPr/>
        </p:nvPicPr>
        <p:blipFill>
          <a:blip r:embed="rId14"/>
          <a:stretch>
            <a:fillRect/>
          </a:stretch>
        </p:blipFill>
        <p:spPr>
          <a:xfrm rot="5400000">
            <a:off x="40690801" y="16459200"/>
            <a:ext cx="14274800" cy="3937000"/>
          </a:xfrm>
          <a:prstGeom prst="rect">
            <a:avLst/>
          </a:prstGeom>
        </p:spPr>
      </p:pic>
      <p:pic>
        <p:nvPicPr>
          <p:cNvPr id="1033" name="New picture"/>
          <p:cNvPicPr/>
          <p:nvPr/>
        </p:nvPicPr>
        <p:blipFill>
          <a:blip r:embed="rId15"/>
          <a:stretch>
            <a:fillRect/>
          </a:stretch>
        </p:blipFill>
        <p:spPr>
          <a:xfrm>
            <a:off x="6946900" y="33426400"/>
            <a:ext cx="29997400" cy="1447800"/>
          </a:xfrm>
          <a:prstGeom prst="rect">
            <a:avLst/>
          </a:prstGeom>
        </p:spPr>
      </p:pic>
      <p:sp>
        <p:nvSpPr>
          <p:cNvPr id="1034" name="New shape"/>
          <p:cNvSpPr/>
          <p:nvPr/>
        </p:nvSpPr>
        <p:spPr>
          <a:xfrm>
            <a:off x="6946900" y="33997901"/>
            <a:ext cx="21945600" cy="127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sz="4560">
                <a:solidFill>
                  <a:srgbClr val="808080"/>
                </a:solidFill>
              </a:rPr>
              <a:t>Template ID: philosophicalseafoam  Size: 48x36</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txStyles>
    <p:titleStyle>
      <a:defPPr>
        <a:defRPr kern="1200"/>
      </a:defPPr>
      <a:lvl1pPr algn="ctr" defTabSz="4703763" rtl="0" eaLnBrk="0" fontAlgn="base" hangingPunct="0">
        <a:spcBef>
          <a:spcPct val="0"/>
        </a:spcBef>
        <a:spcAft>
          <a:spcPct val="0"/>
        </a:spcAft>
        <a:defRPr sz="22700">
          <a:solidFill>
            <a:schemeClr val="tx2"/>
          </a:solidFill>
          <a:latin typeface="+mj-lt"/>
          <a:ea typeface="+mj-ea"/>
          <a:cs typeface="+mj-cs"/>
        </a:defRPr>
      </a:lvl1pPr>
      <a:lvl2pPr algn="ctr" defTabSz="4703763" rtl="0" eaLnBrk="0" fontAlgn="base" hangingPunct="0">
        <a:spcBef>
          <a:spcPct val="0"/>
        </a:spcBef>
        <a:spcAft>
          <a:spcPct val="0"/>
        </a:spcAft>
        <a:defRPr sz="22700">
          <a:solidFill>
            <a:schemeClr val="tx2"/>
          </a:solidFill>
          <a:latin typeface="Arial"/>
        </a:defRPr>
      </a:lvl2pPr>
      <a:lvl3pPr algn="ctr" defTabSz="4703763" rtl="0" eaLnBrk="0" fontAlgn="base" hangingPunct="0">
        <a:spcBef>
          <a:spcPct val="0"/>
        </a:spcBef>
        <a:spcAft>
          <a:spcPct val="0"/>
        </a:spcAft>
        <a:defRPr sz="22700">
          <a:solidFill>
            <a:schemeClr val="tx2"/>
          </a:solidFill>
          <a:latin typeface="Arial"/>
        </a:defRPr>
      </a:lvl3pPr>
      <a:lvl4pPr algn="ctr" defTabSz="4703763" rtl="0" eaLnBrk="0" fontAlgn="base" hangingPunct="0">
        <a:spcBef>
          <a:spcPct val="0"/>
        </a:spcBef>
        <a:spcAft>
          <a:spcPct val="0"/>
        </a:spcAft>
        <a:defRPr sz="22700">
          <a:solidFill>
            <a:schemeClr val="tx2"/>
          </a:solidFill>
          <a:latin typeface="Arial"/>
        </a:defRPr>
      </a:lvl4pPr>
      <a:lvl5pPr algn="ctr" defTabSz="4703763" rtl="0" eaLnBrk="0" fontAlgn="base" hangingPunct="0">
        <a:spcBef>
          <a:spcPct val="0"/>
        </a:spcBef>
        <a:spcAft>
          <a:spcPct val="0"/>
        </a:spcAft>
        <a:defRPr sz="22700">
          <a:solidFill>
            <a:schemeClr val="tx2"/>
          </a:solidFill>
          <a:latin typeface="Arial"/>
        </a:defRPr>
      </a:lvl5pPr>
      <a:lvl6pPr marL="457200" algn="ctr" defTabSz="4703763" rtl="0" fontAlgn="base">
        <a:spcBef>
          <a:spcPct val="0"/>
        </a:spcBef>
        <a:spcAft>
          <a:spcPct val="0"/>
        </a:spcAft>
        <a:defRPr sz="22700">
          <a:solidFill>
            <a:schemeClr val="tx2"/>
          </a:solidFill>
          <a:latin typeface="Arial"/>
        </a:defRPr>
      </a:lvl6pPr>
      <a:lvl7pPr marL="914400" algn="ctr" defTabSz="4703763" rtl="0" fontAlgn="base">
        <a:spcBef>
          <a:spcPct val="0"/>
        </a:spcBef>
        <a:spcAft>
          <a:spcPct val="0"/>
        </a:spcAft>
        <a:defRPr sz="22700">
          <a:solidFill>
            <a:schemeClr val="tx2"/>
          </a:solidFill>
          <a:latin typeface="Arial"/>
        </a:defRPr>
      </a:lvl7pPr>
      <a:lvl8pPr marL="1371600" algn="ctr" defTabSz="4703763" rtl="0" fontAlgn="base">
        <a:spcBef>
          <a:spcPct val="0"/>
        </a:spcBef>
        <a:spcAft>
          <a:spcPct val="0"/>
        </a:spcAft>
        <a:defRPr sz="22700">
          <a:solidFill>
            <a:schemeClr val="tx2"/>
          </a:solidFill>
          <a:latin typeface="Arial"/>
        </a:defRPr>
      </a:lvl8pPr>
      <a:lvl9pPr marL="1828800" algn="ctr" defTabSz="4703763" rtl="0" fontAlgn="base">
        <a:spcBef>
          <a:spcPct val="0"/>
        </a:spcBef>
        <a:spcAft>
          <a:spcPct val="0"/>
        </a:spcAft>
        <a:defRPr sz="22700">
          <a:solidFill>
            <a:schemeClr val="tx2"/>
          </a:solidFill>
          <a:latin typeface="Arial"/>
        </a:defRPr>
      </a:lvl9pPr>
    </p:titleStyle>
    <p:bodyStyle>
      <a:defPPr>
        <a:defRPr kern="1200"/>
      </a:defPPr>
      <a:lvl1pPr marL="1762125" indent="-1762125" algn="l" defTabSz="4703763" rtl="0" eaLnBrk="0" fontAlgn="base" hangingPunct="0">
        <a:spcBef>
          <a:spcPct val="20000"/>
        </a:spcBef>
        <a:spcAft>
          <a:spcPct val="0"/>
        </a:spcAft>
        <a:buChar char="•"/>
        <a:defRPr sz="16500">
          <a:solidFill>
            <a:schemeClr val="tx1"/>
          </a:solidFill>
          <a:latin typeface="+mn-lt"/>
          <a:ea typeface="+mn-ea"/>
          <a:cs typeface="+mn-cs"/>
        </a:defRPr>
      </a:lvl1pPr>
      <a:lvl2pPr marL="3822700" indent="-1471613" algn="l" defTabSz="4703763" rtl="0" eaLnBrk="0" fontAlgn="base" hangingPunct="0">
        <a:spcBef>
          <a:spcPct val="20000"/>
        </a:spcBef>
        <a:spcAft>
          <a:spcPct val="0"/>
        </a:spcAft>
        <a:buChar char="–"/>
        <a:defRPr sz="14400">
          <a:solidFill>
            <a:schemeClr val="tx1"/>
          </a:solidFill>
          <a:latin typeface="+mn-lt"/>
        </a:defRPr>
      </a:lvl2pPr>
      <a:lvl3pPr marL="5875338" indent="-1171575" algn="l" defTabSz="4703763" rtl="0" eaLnBrk="0" fontAlgn="base" hangingPunct="0">
        <a:spcBef>
          <a:spcPct val="20000"/>
        </a:spcBef>
        <a:spcAft>
          <a:spcPct val="0"/>
        </a:spcAft>
        <a:buChar char="•"/>
        <a:defRPr sz="12400">
          <a:solidFill>
            <a:schemeClr val="tx1"/>
          </a:solidFill>
          <a:latin typeface="+mn-lt"/>
        </a:defRPr>
      </a:lvl3pPr>
      <a:lvl4pPr marL="8228013" indent="-1173163" algn="l" defTabSz="4703763" rtl="0" eaLnBrk="0" fontAlgn="base" hangingPunct="0">
        <a:spcBef>
          <a:spcPct val="20000"/>
        </a:spcBef>
        <a:spcAft>
          <a:spcPct val="0"/>
        </a:spcAft>
        <a:buChar char="–"/>
        <a:defRPr sz="10300">
          <a:solidFill>
            <a:schemeClr val="tx1"/>
          </a:solidFill>
          <a:latin typeface="+mn-lt"/>
        </a:defRPr>
      </a:lvl4pPr>
      <a:lvl5pPr marL="10582275" indent="-1176338" algn="l" defTabSz="4703763" rtl="0" eaLnBrk="0" fontAlgn="base" hangingPunct="0">
        <a:spcBef>
          <a:spcPct val="20000"/>
        </a:spcBef>
        <a:spcAft>
          <a:spcPct val="0"/>
        </a:spcAft>
        <a:buChar char="»"/>
        <a:defRPr sz="10300">
          <a:solidFill>
            <a:schemeClr val="tx1"/>
          </a:solidFill>
          <a:latin typeface="+mn-lt"/>
        </a:defRPr>
      </a:lvl5pPr>
      <a:lvl6pPr marL="11039475" indent="-1176338" algn="l" defTabSz="4703763" rtl="0" fontAlgn="base">
        <a:spcBef>
          <a:spcPct val="20000"/>
        </a:spcBef>
        <a:spcAft>
          <a:spcPct val="0"/>
        </a:spcAft>
        <a:buChar char="»"/>
        <a:defRPr sz="10300">
          <a:solidFill>
            <a:schemeClr val="tx1"/>
          </a:solidFill>
          <a:latin typeface="+mn-lt"/>
        </a:defRPr>
      </a:lvl6pPr>
      <a:lvl7pPr marL="11496675" indent="-1176338" algn="l" defTabSz="4703763" rtl="0" fontAlgn="base">
        <a:spcBef>
          <a:spcPct val="20000"/>
        </a:spcBef>
        <a:spcAft>
          <a:spcPct val="0"/>
        </a:spcAft>
        <a:buChar char="»"/>
        <a:defRPr sz="10300">
          <a:solidFill>
            <a:schemeClr val="tx1"/>
          </a:solidFill>
          <a:latin typeface="+mn-lt"/>
        </a:defRPr>
      </a:lvl7pPr>
      <a:lvl8pPr marL="11953875" indent="-1176338" algn="l" defTabSz="4703763" rtl="0" fontAlgn="base">
        <a:spcBef>
          <a:spcPct val="20000"/>
        </a:spcBef>
        <a:spcAft>
          <a:spcPct val="0"/>
        </a:spcAft>
        <a:buChar char="»"/>
        <a:defRPr sz="10300">
          <a:solidFill>
            <a:schemeClr val="tx1"/>
          </a:solidFill>
          <a:latin typeface="+mn-lt"/>
        </a:defRPr>
      </a:lvl8pPr>
      <a:lvl9pPr marL="12411075" indent="-1176338" algn="l" defTabSz="4703763" rtl="0" fontAlgn="base">
        <a:spcBef>
          <a:spcPct val="20000"/>
        </a:spcBef>
        <a:spcAft>
          <a:spcPct val="0"/>
        </a:spcAft>
        <a:buChar char="»"/>
        <a:defRPr sz="103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15000">
              <a:srgbClr val="F2F5FC"/>
            </a:gs>
            <a:gs pos="54000">
              <a:srgbClr val="9EB4E6"/>
            </a:gs>
            <a:gs pos="86000">
              <a:srgbClr val="2D56B1"/>
            </a:gs>
            <a:gs pos="100000">
              <a:srgbClr val="24468E"/>
            </a:gs>
          </a:gsLst>
          <a:lin ang="5400000" scaled="1"/>
        </a:gradFill>
        <a:effectLst/>
      </p:bgPr>
    </p:bg>
    <p:spTree>
      <p:nvGrpSpPr>
        <p:cNvPr id="1" name=""/>
        <p:cNvGrpSpPr/>
        <p:nvPr/>
      </p:nvGrpSpPr>
      <p:grpSpPr>
        <a:xfrm>
          <a:off x="0" y="0"/>
          <a:ext cx="0" cy="0"/>
          <a:chOff x="0" y="0"/>
          <a:chExt cx="0" cy="0"/>
        </a:xfrm>
      </p:grpSpPr>
      <p:sp>
        <p:nvSpPr>
          <p:cNvPr id="60" name="Title 11">
            <a:extLst>
              <a:ext uri="{FF2B5EF4-FFF2-40B4-BE49-F238E27FC236}">
                <a16:creationId xmlns:a16="http://schemas.microsoft.com/office/drawing/2014/main" id="{EE7A5C51-35F0-4B71-992D-43D344D16C04}"/>
              </a:ext>
            </a:extLst>
          </p:cNvPr>
          <p:cNvSpPr txBox="1"/>
          <p:nvPr/>
        </p:nvSpPr>
        <p:spPr>
          <a:xfrm>
            <a:off x="5715000" y="1348464"/>
            <a:ext cx="36804601" cy="2746935"/>
          </a:xfrm>
          <a:prstGeom prst="rect">
            <a:avLst/>
          </a:prstGeom>
        </p:spPr>
        <p:txBody>
          <a:bodyPr lIns="128016" tIns="64008" rIns="128016" bIns="64008"/>
          <a:lstStyle>
            <a:defPPr>
              <a:defRPr lang="en-US"/>
            </a:defPPr>
            <a:lvl1pPr marL="0" algn="l" defTabSz="4388077" rtl="0" eaLnBrk="1" latinLnBrk="0" hangingPunct="1">
              <a:defRPr sz="8698" kern="1200">
                <a:solidFill>
                  <a:schemeClr val="tx1"/>
                </a:solidFill>
                <a:latin typeface="+mn-lt"/>
                <a:ea typeface="+mn-ea"/>
                <a:cs typeface="+mn-cs"/>
              </a:defRPr>
            </a:lvl1pPr>
            <a:lvl2pPr marL="2194039" algn="l" defTabSz="4388077" rtl="0" eaLnBrk="1" latinLnBrk="0" hangingPunct="1">
              <a:defRPr sz="8698" kern="1200">
                <a:solidFill>
                  <a:schemeClr val="tx1"/>
                </a:solidFill>
                <a:latin typeface="+mn-lt"/>
                <a:ea typeface="+mn-ea"/>
                <a:cs typeface="+mn-cs"/>
              </a:defRPr>
            </a:lvl2pPr>
            <a:lvl3pPr marL="4388077" algn="l" defTabSz="4388077" rtl="0" eaLnBrk="1" latinLnBrk="0" hangingPunct="1">
              <a:defRPr sz="8698" kern="1200">
                <a:solidFill>
                  <a:schemeClr val="tx1"/>
                </a:solidFill>
                <a:latin typeface="+mn-lt"/>
                <a:ea typeface="+mn-ea"/>
                <a:cs typeface="+mn-cs"/>
              </a:defRPr>
            </a:lvl3pPr>
            <a:lvl4pPr marL="6582120" algn="l" defTabSz="4388077" rtl="0" eaLnBrk="1" latinLnBrk="0" hangingPunct="1">
              <a:defRPr sz="8698" kern="1200">
                <a:solidFill>
                  <a:schemeClr val="tx1"/>
                </a:solidFill>
                <a:latin typeface="+mn-lt"/>
                <a:ea typeface="+mn-ea"/>
                <a:cs typeface="+mn-cs"/>
              </a:defRPr>
            </a:lvl4pPr>
            <a:lvl5pPr marL="8776160" algn="l" defTabSz="4388077" rtl="0" eaLnBrk="1" latinLnBrk="0" hangingPunct="1">
              <a:defRPr sz="8698" kern="1200">
                <a:solidFill>
                  <a:schemeClr val="tx1"/>
                </a:solidFill>
                <a:latin typeface="+mn-lt"/>
                <a:ea typeface="+mn-ea"/>
                <a:cs typeface="+mn-cs"/>
              </a:defRPr>
            </a:lvl5pPr>
            <a:lvl6pPr marL="10970199" algn="l" defTabSz="4388077" rtl="0" eaLnBrk="1" latinLnBrk="0" hangingPunct="1">
              <a:defRPr sz="8698" kern="1200">
                <a:solidFill>
                  <a:schemeClr val="tx1"/>
                </a:solidFill>
                <a:latin typeface="+mn-lt"/>
                <a:ea typeface="+mn-ea"/>
                <a:cs typeface="+mn-cs"/>
              </a:defRPr>
            </a:lvl6pPr>
            <a:lvl7pPr marL="13164238" algn="l" defTabSz="4388077" rtl="0" eaLnBrk="1" latinLnBrk="0" hangingPunct="1">
              <a:defRPr sz="8698" kern="1200">
                <a:solidFill>
                  <a:schemeClr val="tx1"/>
                </a:solidFill>
                <a:latin typeface="+mn-lt"/>
                <a:ea typeface="+mn-ea"/>
                <a:cs typeface="+mn-cs"/>
              </a:defRPr>
            </a:lvl7pPr>
            <a:lvl8pPr marL="15358277" algn="l" defTabSz="4388077" rtl="0" eaLnBrk="1" latinLnBrk="0" hangingPunct="1">
              <a:defRPr sz="8698" kern="1200">
                <a:solidFill>
                  <a:schemeClr val="tx1"/>
                </a:solidFill>
                <a:latin typeface="+mn-lt"/>
                <a:ea typeface="+mn-ea"/>
                <a:cs typeface="+mn-cs"/>
              </a:defRPr>
            </a:lvl8pPr>
            <a:lvl9pPr marL="17552318" algn="l" defTabSz="4388077" rtl="0" eaLnBrk="1" latinLnBrk="0" hangingPunct="1">
              <a:defRPr sz="8698" kern="1200">
                <a:solidFill>
                  <a:schemeClr val="tx1"/>
                </a:solidFill>
                <a:latin typeface="+mn-lt"/>
                <a:ea typeface="+mn-ea"/>
                <a:cs typeface="+mn-cs"/>
              </a:defRPr>
            </a:lvl9pPr>
          </a:lstStyle>
          <a:p>
            <a:pPr algn="ctr"/>
            <a:r>
              <a:rPr lang="en-US" sz="8500" b="1" dirty="0">
                <a:solidFill>
                  <a:srgbClr val="24468E"/>
                </a:solidFill>
                <a:latin typeface="+mj-lt"/>
                <a:ea typeface="Calibri" panose="020F0502020204030204" pitchFamily="34" charset="0"/>
                <a:cs typeface="Calibri" panose="020F0502020204030204" pitchFamily="34" charset="0"/>
              </a:rPr>
              <a:t>Stepwise Multiple Linear Regression Model of Hospital-Acquired Infection in the United States</a:t>
            </a:r>
          </a:p>
        </p:txBody>
      </p:sp>
      <p:sp>
        <p:nvSpPr>
          <p:cNvPr id="61" name="Text Placeholder 16">
            <a:extLst>
              <a:ext uri="{FF2B5EF4-FFF2-40B4-BE49-F238E27FC236}">
                <a16:creationId xmlns:a16="http://schemas.microsoft.com/office/drawing/2014/main" id="{1F3AA395-C058-4F87-B3A3-A8A8BC543EF9}"/>
              </a:ext>
            </a:extLst>
          </p:cNvPr>
          <p:cNvSpPr txBox="1"/>
          <p:nvPr/>
        </p:nvSpPr>
        <p:spPr>
          <a:xfrm>
            <a:off x="5714998" y="4451808"/>
            <a:ext cx="36804602" cy="1852815"/>
          </a:xfrm>
          <a:prstGeom prst="rect">
            <a:avLst/>
          </a:prstGeom>
        </p:spPr>
        <p:txBody>
          <a:bodyPr wrap="square" lIns="128016" tIns="64008" rIns="128016" bIns="64008">
            <a:spAutoFit/>
          </a:bodyPr>
          <a:lstStyle>
            <a:defPPr>
              <a:defRPr lang="en-US"/>
            </a:defPPr>
            <a:lvl1pPr marL="0" algn="l" defTabSz="4388077" rtl="0" eaLnBrk="1" latinLnBrk="0" hangingPunct="1">
              <a:defRPr sz="8698" kern="1200">
                <a:solidFill>
                  <a:schemeClr val="tx1"/>
                </a:solidFill>
                <a:latin typeface="+mn-lt"/>
                <a:ea typeface="+mn-ea"/>
                <a:cs typeface="+mn-cs"/>
              </a:defRPr>
            </a:lvl1pPr>
            <a:lvl2pPr marL="2194039" algn="l" defTabSz="4388077" rtl="0" eaLnBrk="1" latinLnBrk="0" hangingPunct="1">
              <a:defRPr sz="8698" kern="1200">
                <a:solidFill>
                  <a:schemeClr val="tx1"/>
                </a:solidFill>
                <a:latin typeface="+mn-lt"/>
                <a:ea typeface="+mn-ea"/>
                <a:cs typeface="+mn-cs"/>
              </a:defRPr>
            </a:lvl2pPr>
            <a:lvl3pPr marL="4388077" algn="l" defTabSz="4388077" rtl="0" eaLnBrk="1" latinLnBrk="0" hangingPunct="1">
              <a:defRPr sz="8698" kern="1200">
                <a:solidFill>
                  <a:schemeClr val="tx1"/>
                </a:solidFill>
                <a:latin typeface="+mn-lt"/>
                <a:ea typeface="+mn-ea"/>
                <a:cs typeface="+mn-cs"/>
              </a:defRPr>
            </a:lvl3pPr>
            <a:lvl4pPr marL="6582120" algn="l" defTabSz="4388077" rtl="0" eaLnBrk="1" latinLnBrk="0" hangingPunct="1">
              <a:defRPr sz="8698" kern="1200">
                <a:solidFill>
                  <a:schemeClr val="tx1"/>
                </a:solidFill>
                <a:latin typeface="+mn-lt"/>
                <a:ea typeface="+mn-ea"/>
                <a:cs typeface="+mn-cs"/>
              </a:defRPr>
            </a:lvl4pPr>
            <a:lvl5pPr marL="8776160" algn="l" defTabSz="4388077" rtl="0" eaLnBrk="1" latinLnBrk="0" hangingPunct="1">
              <a:defRPr sz="8698" kern="1200">
                <a:solidFill>
                  <a:schemeClr val="tx1"/>
                </a:solidFill>
                <a:latin typeface="+mn-lt"/>
                <a:ea typeface="+mn-ea"/>
                <a:cs typeface="+mn-cs"/>
              </a:defRPr>
            </a:lvl5pPr>
            <a:lvl6pPr marL="10970199" algn="l" defTabSz="4388077" rtl="0" eaLnBrk="1" latinLnBrk="0" hangingPunct="1">
              <a:defRPr sz="8698" kern="1200">
                <a:solidFill>
                  <a:schemeClr val="tx1"/>
                </a:solidFill>
                <a:latin typeface="+mn-lt"/>
                <a:ea typeface="+mn-ea"/>
                <a:cs typeface="+mn-cs"/>
              </a:defRPr>
            </a:lvl6pPr>
            <a:lvl7pPr marL="13164238" algn="l" defTabSz="4388077" rtl="0" eaLnBrk="1" latinLnBrk="0" hangingPunct="1">
              <a:defRPr sz="8698" kern="1200">
                <a:solidFill>
                  <a:schemeClr val="tx1"/>
                </a:solidFill>
                <a:latin typeface="+mn-lt"/>
                <a:ea typeface="+mn-ea"/>
                <a:cs typeface="+mn-cs"/>
              </a:defRPr>
            </a:lvl7pPr>
            <a:lvl8pPr marL="15358277" algn="l" defTabSz="4388077" rtl="0" eaLnBrk="1" latinLnBrk="0" hangingPunct="1">
              <a:defRPr sz="8698" kern="1200">
                <a:solidFill>
                  <a:schemeClr val="tx1"/>
                </a:solidFill>
                <a:latin typeface="+mn-lt"/>
                <a:ea typeface="+mn-ea"/>
                <a:cs typeface="+mn-cs"/>
              </a:defRPr>
            </a:lvl8pPr>
            <a:lvl9pPr marL="17552318" algn="l" defTabSz="4388077" rtl="0" eaLnBrk="1" latinLnBrk="0" hangingPunct="1">
              <a:defRPr sz="8698" kern="1200">
                <a:solidFill>
                  <a:schemeClr val="tx1"/>
                </a:solidFill>
                <a:latin typeface="+mn-lt"/>
                <a:ea typeface="+mn-ea"/>
                <a:cs typeface="+mn-cs"/>
              </a:defRPr>
            </a:lvl9pPr>
          </a:lstStyle>
          <a:p>
            <a:pPr algn="ctr"/>
            <a:r>
              <a:rPr lang="en-US" sz="5600" dirty="0">
                <a:solidFill>
                  <a:srgbClr val="24468E"/>
                </a:solidFill>
              </a:rPr>
              <a:t>Barbara Lorenzo and Eric Hernandez, Ph.D.</a:t>
            </a:r>
          </a:p>
          <a:p>
            <a:pPr algn="ctr"/>
            <a:r>
              <a:rPr lang="en-US" sz="5600" dirty="0">
                <a:solidFill>
                  <a:srgbClr val="24468E"/>
                </a:solidFill>
              </a:rPr>
              <a:t>Miami Dade College, Kendall Campus, Miami, FL</a:t>
            </a:r>
          </a:p>
        </p:txBody>
      </p:sp>
      <p:sp>
        <p:nvSpPr>
          <p:cNvPr id="41" name="Rectangle 40">
            <a:extLst>
              <a:ext uri="{FF2B5EF4-FFF2-40B4-BE49-F238E27FC236}">
                <a16:creationId xmlns:a16="http://schemas.microsoft.com/office/drawing/2014/main" id="{C24D4BC5-5256-4C2E-B3FB-87EA69B63AF3}"/>
              </a:ext>
            </a:extLst>
          </p:cNvPr>
          <p:cNvSpPr/>
          <p:nvPr/>
        </p:nvSpPr>
        <p:spPr>
          <a:xfrm>
            <a:off x="671914" y="6781801"/>
            <a:ext cx="9319403" cy="82387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1pPr>
            <a:lvl2pPr marL="4572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2pPr>
            <a:lvl3pPr marL="9144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3pPr>
            <a:lvl4pPr marL="13716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4pPr>
            <a:lvl5pPr marL="18288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5pPr>
            <a:lvl6pPr marL="22860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6pPr>
            <a:lvl7pPr marL="27432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7pPr>
            <a:lvl8pPr marL="32004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8pPr>
            <a:lvl9pPr marL="36576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9pPr>
          </a:lstStyle>
          <a:p>
            <a:pPr algn="ctr"/>
            <a:endParaRPr lang="en-US" sz="9600">
              <a:effectLst/>
              <a:latin typeface="+mj-lt"/>
            </a:endParaRPr>
          </a:p>
        </p:txBody>
      </p:sp>
      <p:sp>
        <p:nvSpPr>
          <p:cNvPr id="48" name="Rectangle 47">
            <a:extLst>
              <a:ext uri="{FF2B5EF4-FFF2-40B4-BE49-F238E27FC236}">
                <a16:creationId xmlns:a16="http://schemas.microsoft.com/office/drawing/2014/main" id="{D026A6A3-D6D2-4951-8B04-EF51015D25DB}"/>
              </a:ext>
            </a:extLst>
          </p:cNvPr>
          <p:cNvSpPr/>
          <p:nvPr/>
        </p:nvSpPr>
        <p:spPr>
          <a:xfrm>
            <a:off x="10744200" y="6781799"/>
            <a:ext cx="21642152" cy="253745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1pPr>
            <a:lvl2pPr marL="4572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2pPr>
            <a:lvl3pPr marL="9144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3pPr>
            <a:lvl4pPr marL="13716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4pPr>
            <a:lvl5pPr marL="18288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5pPr>
            <a:lvl6pPr marL="22860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6pPr>
            <a:lvl7pPr marL="27432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7pPr>
            <a:lvl8pPr marL="32004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8pPr>
            <a:lvl9pPr marL="36576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9pPr>
          </a:lstStyle>
          <a:p>
            <a:pPr algn="ctr"/>
            <a:endParaRPr lang="en-US" sz="9600">
              <a:effectLst/>
              <a:latin typeface="+mj-lt"/>
            </a:endParaRPr>
          </a:p>
        </p:txBody>
      </p:sp>
      <p:sp>
        <p:nvSpPr>
          <p:cNvPr id="51" name="Rectangle 50">
            <a:extLst>
              <a:ext uri="{FF2B5EF4-FFF2-40B4-BE49-F238E27FC236}">
                <a16:creationId xmlns:a16="http://schemas.microsoft.com/office/drawing/2014/main" id="{19BFD724-D51D-4DD6-A93A-40ABEA405C90}"/>
              </a:ext>
            </a:extLst>
          </p:cNvPr>
          <p:cNvSpPr/>
          <p:nvPr/>
        </p:nvSpPr>
        <p:spPr>
          <a:xfrm>
            <a:off x="33070800" y="6815861"/>
            <a:ext cx="10058400" cy="112044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1pPr>
            <a:lvl2pPr marL="4572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2pPr>
            <a:lvl3pPr marL="9144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3pPr>
            <a:lvl4pPr marL="13716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4pPr>
            <a:lvl5pPr marL="18288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5pPr>
            <a:lvl6pPr marL="22860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6pPr>
            <a:lvl7pPr marL="27432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7pPr>
            <a:lvl8pPr marL="32004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8pPr>
            <a:lvl9pPr marL="36576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9pPr>
          </a:lstStyle>
          <a:p>
            <a:pPr algn="ctr"/>
            <a:endParaRPr lang="en-US" sz="9600">
              <a:effectLst/>
              <a:latin typeface="+mj-lt"/>
            </a:endParaRPr>
          </a:p>
        </p:txBody>
      </p:sp>
      <p:sp>
        <p:nvSpPr>
          <p:cNvPr id="54" name="Rectangle 53">
            <a:extLst>
              <a:ext uri="{FF2B5EF4-FFF2-40B4-BE49-F238E27FC236}">
                <a16:creationId xmlns:a16="http://schemas.microsoft.com/office/drawing/2014/main" id="{236036AE-C83F-4AC9-800C-C6574727635F}"/>
              </a:ext>
            </a:extLst>
          </p:cNvPr>
          <p:cNvSpPr/>
          <p:nvPr/>
        </p:nvSpPr>
        <p:spPr>
          <a:xfrm>
            <a:off x="671914" y="15835081"/>
            <a:ext cx="9319403" cy="68725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1pPr>
            <a:lvl2pPr marL="4572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2pPr>
            <a:lvl3pPr marL="9144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3pPr>
            <a:lvl4pPr marL="13716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4pPr>
            <a:lvl5pPr marL="18288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5pPr>
            <a:lvl6pPr marL="22860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6pPr>
            <a:lvl7pPr marL="27432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7pPr>
            <a:lvl8pPr marL="32004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8pPr>
            <a:lvl9pPr marL="36576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9pPr>
          </a:lstStyle>
          <a:p>
            <a:pPr algn="ctr"/>
            <a:endParaRPr lang="en-US" sz="9600">
              <a:effectLst/>
              <a:latin typeface="+mj-lt"/>
            </a:endParaRPr>
          </a:p>
        </p:txBody>
      </p:sp>
      <p:sp>
        <p:nvSpPr>
          <p:cNvPr id="57" name="Rectangle 56">
            <a:extLst>
              <a:ext uri="{FF2B5EF4-FFF2-40B4-BE49-F238E27FC236}">
                <a16:creationId xmlns:a16="http://schemas.microsoft.com/office/drawing/2014/main" id="{65D5CB20-8752-4D75-A601-0EEB3443D27F}"/>
              </a:ext>
            </a:extLst>
          </p:cNvPr>
          <p:cNvSpPr/>
          <p:nvPr/>
        </p:nvSpPr>
        <p:spPr>
          <a:xfrm>
            <a:off x="33070800" y="27508204"/>
            <a:ext cx="10058400" cy="46481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1pPr>
            <a:lvl2pPr marL="4572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2pPr>
            <a:lvl3pPr marL="9144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3pPr>
            <a:lvl4pPr marL="13716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4pPr>
            <a:lvl5pPr marL="18288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5pPr>
            <a:lvl6pPr marL="22860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6pPr>
            <a:lvl7pPr marL="27432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7pPr>
            <a:lvl8pPr marL="32004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8pPr>
            <a:lvl9pPr marL="36576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9pPr>
          </a:lstStyle>
          <a:p>
            <a:pPr algn="ctr"/>
            <a:endParaRPr lang="en-US" sz="9600" dirty="0">
              <a:effectLst/>
              <a:latin typeface="+mj-lt"/>
            </a:endParaRPr>
          </a:p>
        </p:txBody>
      </p:sp>
      <p:sp>
        <p:nvSpPr>
          <p:cNvPr id="58" name="TextBox 19">
            <a:extLst>
              <a:ext uri="{FF2B5EF4-FFF2-40B4-BE49-F238E27FC236}">
                <a16:creationId xmlns:a16="http://schemas.microsoft.com/office/drawing/2014/main" id="{B4F3D693-DA0F-454D-94C0-CEAA07C14AE3}"/>
              </a:ext>
            </a:extLst>
          </p:cNvPr>
          <p:cNvSpPr txBox="1">
            <a:spLocks noChangeArrowheads="1"/>
          </p:cNvSpPr>
          <p:nvPr/>
        </p:nvSpPr>
        <p:spPr bwMode="auto">
          <a:xfrm>
            <a:off x="33296944" y="28710922"/>
            <a:ext cx="9601200" cy="30469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8" tIns="45709" rIns="91418" bIns="45709">
            <a:spAutoFit/>
          </a:bodyPr>
          <a:lstStyle>
            <a:defPPr>
              <a:defRPr lang="en-US"/>
            </a:defPPr>
            <a:lvl1pPr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5pPr>
            <a:lvl6pPr marL="22860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6pPr>
            <a:lvl7pPr marL="27432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7pPr>
            <a:lvl8pPr marL="32004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8pPr>
            <a:lvl9pPr marL="36576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9pPr>
          </a:lstStyle>
          <a:p>
            <a:pPr algn="l"/>
            <a:r>
              <a:rPr lang="en-US" dirty="0">
                <a:solidFill>
                  <a:srgbClr val="000000"/>
                </a:solidFill>
                <a:effectLst/>
                <a:latin typeface="Arial" panose="020B0604020202020204" pitchFamily="34" charset="0"/>
              </a:rPr>
              <a:t>The original research summarized in the following was supported, in part, by U.S. Department of Education grant awards: P120A200007 (STEM AISLE), P031C210035 (STEM PACTS), P031C210028 (STEM SMART) and P031A220012 (Engine of Progress); </a:t>
            </a:r>
            <a:br>
              <a:rPr lang="en-US" dirty="0">
                <a:solidFill>
                  <a:srgbClr val="000000"/>
                </a:solidFill>
                <a:effectLst/>
                <a:latin typeface="Arial" panose="020B0604020202020204" pitchFamily="34" charset="0"/>
              </a:rPr>
            </a:br>
            <a:br>
              <a:rPr lang="en-US" dirty="0">
                <a:solidFill>
                  <a:srgbClr val="000000"/>
                </a:solidFill>
                <a:effectLst/>
                <a:latin typeface="Arial" panose="020B0604020202020204" pitchFamily="34" charset="0"/>
              </a:rPr>
            </a:br>
            <a:r>
              <a:rPr lang="en-US" dirty="0">
                <a:solidFill>
                  <a:srgbClr val="000000"/>
                </a:solidFill>
                <a:effectLst/>
                <a:latin typeface="Arial" panose="020B0604020202020204" pitchFamily="34" charset="0"/>
              </a:rPr>
              <a:t>Any opinions, findings, conclusions, or recommendations expressed in this material are those of the authors and do not necessarily reflect the views of the funding agency.</a:t>
            </a:r>
            <a:endParaRPr lang="en-US" dirty="0">
              <a:effectLst/>
              <a:latin typeface="Titillium Web" panose="00000500000000000000" pitchFamily="2" charset="0"/>
              <a:ea typeface="Open Sans" panose="020B0606030504020204" pitchFamily="34" charset="0"/>
              <a:cs typeface="Open Sans" panose="020B0606030504020204" pitchFamily="34" charset="0"/>
            </a:endParaRPr>
          </a:p>
        </p:txBody>
      </p:sp>
      <p:sp>
        <p:nvSpPr>
          <p:cNvPr id="44" name="Rectangle 43">
            <a:extLst>
              <a:ext uri="{FF2B5EF4-FFF2-40B4-BE49-F238E27FC236}">
                <a16:creationId xmlns:a16="http://schemas.microsoft.com/office/drawing/2014/main" id="{4EDA12B6-07B5-44F9-8F8B-E1BE66469DB6}"/>
              </a:ext>
            </a:extLst>
          </p:cNvPr>
          <p:cNvSpPr>
            <a:spLocks noChangeArrowheads="1"/>
          </p:cNvSpPr>
          <p:nvPr/>
        </p:nvSpPr>
        <p:spPr bwMode="auto">
          <a:xfrm>
            <a:off x="671914" y="6785442"/>
            <a:ext cx="9319403" cy="856940"/>
          </a:xfrm>
          <a:prstGeom prst="rect">
            <a:avLst/>
          </a:prstGeom>
          <a:solidFill>
            <a:srgbClr val="24468E"/>
          </a:solidFill>
          <a:ln w="12700">
            <a:noFill/>
            <a:miter lim="800000"/>
          </a:ln>
        </p:spPr>
        <p:txBody>
          <a:bodyPr wrap="none" lIns="274320" tIns="73152" rIns="274320" bIns="68563" anchor="ctr" anchorCtr="0"/>
          <a:lstStyle>
            <a:defPPr>
              <a:defRPr lang="en-US"/>
            </a:defPPr>
            <a:lvl1pPr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5pPr>
            <a:lvl6pPr marL="22860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6pPr>
            <a:lvl7pPr marL="27432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7pPr>
            <a:lvl8pPr marL="32004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8pPr>
            <a:lvl9pPr marL="36576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9pPr>
          </a:lstStyle>
          <a:p>
            <a:pPr defTabSz="4702588">
              <a:defRPr/>
            </a:pPr>
            <a:r>
              <a:rPr lang="en-US" sz="3600" b="1" dirty="0">
                <a:solidFill>
                  <a:schemeClr val="bg1"/>
                </a:solidFill>
                <a:effectLst/>
                <a:latin typeface="Arial" panose="020B0604020202020204" pitchFamily="34" charset="0"/>
                <a:ea typeface="Calibri" panose="020F0502020204030204" pitchFamily="34" charset="0"/>
                <a:cs typeface="Arial" panose="020B0604020202020204" pitchFamily="34" charset="0"/>
              </a:rPr>
              <a:t>Abstract</a:t>
            </a:r>
          </a:p>
        </p:txBody>
      </p:sp>
      <p:sp>
        <p:nvSpPr>
          <p:cNvPr id="56" name="Rectangle 55">
            <a:extLst>
              <a:ext uri="{FF2B5EF4-FFF2-40B4-BE49-F238E27FC236}">
                <a16:creationId xmlns:a16="http://schemas.microsoft.com/office/drawing/2014/main" id="{8C463412-CC68-4A0F-AE72-68EF99EB2F46}"/>
              </a:ext>
            </a:extLst>
          </p:cNvPr>
          <p:cNvSpPr>
            <a:spLocks noChangeArrowheads="1"/>
          </p:cNvSpPr>
          <p:nvPr/>
        </p:nvSpPr>
        <p:spPr bwMode="auto">
          <a:xfrm>
            <a:off x="671914" y="15401533"/>
            <a:ext cx="9319403" cy="856940"/>
          </a:xfrm>
          <a:prstGeom prst="rect">
            <a:avLst/>
          </a:prstGeom>
          <a:solidFill>
            <a:srgbClr val="24468E"/>
          </a:solidFill>
          <a:ln w="12700">
            <a:noFill/>
            <a:miter lim="800000"/>
          </a:ln>
        </p:spPr>
        <p:txBody>
          <a:bodyPr wrap="none" lIns="274320" tIns="73152" rIns="274320" bIns="68563" anchor="ctr" anchorCtr="0"/>
          <a:lstStyle>
            <a:defPPr>
              <a:defRPr lang="en-US"/>
            </a:defPPr>
            <a:lvl1pPr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5pPr>
            <a:lvl6pPr marL="22860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6pPr>
            <a:lvl7pPr marL="27432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7pPr>
            <a:lvl8pPr marL="32004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8pPr>
            <a:lvl9pPr marL="36576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9pPr>
          </a:lstStyle>
          <a:p>
            <a:pPr defTabSz="4702588">
              <a:defRPr/>
            </a:pPr>
            <a:r>
              <a:rPr lang="en-US" sz="3600" b="1">
                <a:solidFill>
                  <a:schemeClr val="bg1"/>
                </a:solidFill>
                <a:effectLst/>
                <a:latin typeface="+mn-lt"/>
              </a:rPr>
              <a:t>Introduction</a:t>
            </a:r>
          </a:p>
        </p:txBody>
      </p:sp>
      <p:sp>
        <p:nvSpPr>
          <p:cNvPr id="50" name="Rectangle 49">
            <a:extLst>
              <a:ext uri="{FF2B5EF4-FFF2-40B4-BE49-F238E27FC236}">
                <a16:creationId xmlns:a16="http://schemas.microsoft.com/office/drawing/2014/main" id="{3D96BB99-3F6E-4E73-BA6B-A122D83B12A2}"/>
              </a:ext>
            </a:extLst>
          </p:cNvPr>
          <p:cNvSpPr>
            <a:spLocks noChangeArrowheads="1"/>
          </p:cNvSpPr>
          <p:nvPr/>
        </p:nvSpPr>
        <p:spPr bwMode="auto">
          <a:xfrm>
            <a:off x="10744200" y="6785442"/>
            <a:ext cx="21642152" cy="856940"/>
          </a:xfrm>
          <a:prstGeom prst="rect">
            <a:avLst/>
          </a:prstGeom>
          <a:solidFill>
            <a:srgbClr val="24468E"/>
          </a:solidFill>
          <a:ln w="12700">
            <a:noFill/>
            <a:miter lim="800000"/>
          </a:ln>
        </p:spPr>
        <p:txBody>
          <a:bodyPr wrap="none" lIns="274320" tIns="73152" rIns="274320" bIns="68563" anchor="ctr" anchorCtr="0"/>
          <a:lstStyle>
            <a:defPPr>
              <a:defRPr lang="en-US"/>
            </a:defPPr>
            <a:lvl1pPr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5pPr>
            <a:lvl6pPr marL="22860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6pPr>
            <a:lvl7pPr marL="27432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7pPr>
            <a:lvl8pPr marL="32004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8pPr>
            <a:lvl9pPr marL="36576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9pPr>
          </a:lstStyle>
          <a:p>
            <a:pPr defTabSz="4702588">
              <a:defRPr/>
            </a:pPr>
            <a:r>
              <a:rPr lang="en-US" sz="3600" b="1">
                <a:solidFill>
                  <a:schemeClr val="bg1"/>
                </a:solidFill>
                <a:effectLst/>
                <a:latin typeface="+mn-lt"/>
              </a:rPr>
              <a:t>Results</a:t>
            </a:r>
          </a:p>
        </p:txBody>
      </p:sp>
      <p:sp>
        <p:nvSpPr>
          <p:cNvPr id="53" name="Rectangle 52">
            <a:extLst>
              <a:ext uri="{FF2B5EF4-FFF2-40B4-BE49-F238E27FC236}">
                <a16:creationId xmlns:a16="http://schemas.microsoft.com/office/drawing/2014/main" id="{0BE282AE-183A-4D49-B152-23A5A101BEA6}"/>
              </a:ext>
            </a:extLst>
          </p:cNvPr>
          <p:cNvSpPr>
            <a:spLocks noChangeArrowheads="1"/>
          </p:cNvSpPr>
          <p:nvPr/>
        </p:nvSpPr>
        <p:spPr bwMode="auto">
          <a:xfrm>
            <a:off x="33070800" y="6812221"/>
            <a:ext cx="10058400" cy="856940"/>
          </a:xfrm>
          <a:prstGeom prst="rect">
            <a:avLst/>
          </a:prstGeom>
          <a:solidFill>
            <a:srgbClr val="24468E"/>
          </a:solidFill>
          <a:ln w="12700">
            <a:noFill/>
            <a:miter lim="800000"/>
          </a:ln>
        </p:spPr>
        <p:txBody>
          <a:bodyPr wrap="none" lIns="274320" tIns="73152" rIns="274320" bIns="68563" anchor="ctr" anchorCtr="0"/>
          <a:lstStyle>
            <a:defPPr>
              <a:defRPr lang="en-US"/>
            </a:defPPr>
            <a:lvl1pPr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5pPr>
            <a:lvl6pPr marL="22860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6pPr>
            <a:lvl7pPr marL="27432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7pPr>
            <a:lvl8pPr marL="32004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8pPr>
            <a:lvl9pPr marL="36576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9pPr>
          </a:lstStyle>
          <a:p>
            <a:pPr defTabSz="4702588">
              <a:defRPr/>
            </a:pPr>
            <a:r>
              <a:rPr lang="en-US" sz="3600" b="1">
                <a:solidFill>
                  <a:schemeClr val="bg1"/>
                </a:solidFill>
                <a:effectLst/>
                <a:latin typeface="+mj-lt"/>
              </a:rPr>
              <a:t>Conclusion</a:t>
            </a:r>
          </a:p>
        </p:txBody>
      </p:sp>
      <p:sp>
        <p:nvSpPr>
          <p:cNvPr id="59" name="Rectangle 58">
            <a:extLst>
              <a:ext uri="{FF2B5EF4-FFF2-40B4-BE49-F238E27FC236}">
                <a16:creationId xmlns:a16="http://schemas.microsoft.com/office/drawing/2014/main" id="{5EDC1F28-88BB-4DAD-9112-B4904B4A7E46}"/>
              </a:ext>
            </a:extLst>
          </p:cNvPr>
          <p:cNvSpPr>
            <a:spLocks noChangeArrowheads="1"/>
          </p:cNvSpPr>
          <p:nvPr/>
        </p:nvSpPr>
        <p:spPr bwMode="auto">
          <a:xfrm>
            <a:off x="33070800" y="27508200"/>
            <a:ext cx="10058400" cy="856940"/>
          </a:xfrm>
          <a:prstGeom prst="rect">
            <a:avLst/>
          </a:prstGeom>
          <a:solidFill>
            <a:srgbClr val="24468E"/>
          </a:solidFill>
          <a:ln w="12700">
            <a:noFill/>
            <a:miter lim="800000"/>
          </a:ln>
        </p:spPr>
        <p:txBody>
          <a:bodyPr wrap="none" lIns="274320" tIns="73152" rIns="274320" bIns="68563" anchor="ctr" anchorCtr="0"/>
          <a:lstStyle>
            <a:defPPr>
              <a:defRPr lang="en-US"/>
            </a:defPPr>
            <a:lvl1pPr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5pPr>
            <a:lvl6pPr marL="22860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6pPr>
            <a:lvl7pPr marL="27432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7pPr>
            <a:lvl8pPr marL="32004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8pPr>
            <a:lvl9pPr marL="36576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9pPr>
          </a:lstStyle>
          <a:p>
            <a:pPr defTabSz="4702588">
              <a:defRPr/>
            </a:pPr>
            <a:r>
              <a:rPr lang="en-US" sz="3600" b="1">
                <a:solidFill>
                  <a:schemeClr val="bg1"/>
                </a:solidFill>
                <a:effectLst/>
                <a:latin typeface="+mj-lt"/>
              </a:rPr>
              <a:t>Acknowledgements</a:t>
            </a:r>
          </a:p>
        </p:txBody>
      </p:sp>
      <p:sp>
        <p:nvSpPr>
          <p:cNvPr id="38" name="Text Box 6">
            <a:extLst>
              <a:ext uri="{FF2B5EF4-FFF2-40B4-BE49-F238E27FC236}">
                <a16:creationId xmlns:a16="http://schemas.microsoft.com/office/drawing/2014/main" id="{58B3357B-4821-4FA8-8444-207C696AAAD4}"/>
              </a:ext>
            </a:extLst>
          </p:cNvPr>
          <p:cNvSpPr txBox="1">
            <a:spLocks noChangeArrowheads="1"/>
          </p:cNvSpPr>
          <p:nvPr/>
        </p:nvSpPr>
        <p:spPr bwMode="auto">
          <a:xfrm>
            <a:off x="900512" y="7988164"/>
            <a:ext cx="8895794" cy="67864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37160" tIns="68580" rIns="137160" bIns="68580">
            <a:spAutoFit/>
          </a:bodyPr>
          <a:lstStyle>
            <a:defPPr>
              <a:defRPr kern="1200"/>
            </a:defPPr>
            <a:lvl1pPr defTabSz="4703763" eaLnBrk="0" hangingPunct="0">
              <a:defRPr sz="9300">
                <a:solidFill>
                  <a:schemeClr val="tx1"/>
                </a:solidFill>
                <a:latin typeface="Arial"/>
              </a:defRPr>
            </a:lvl1pPr>
            <a:lvl2pPr marL="742950" indent="-285750" defTabSz="4703763" eaLnBrk="0" hangingPunct="0">
              <a:defRPr sz="9300">
                <a:solidFill>
                  <a:schemeClr val="tx1"/>
                </a:solidFill>
                <a:latin typeface="Arial"/>
              </a:defRPr>
            </a:lvl2pPr>
            <a:lvl3pPr marL="1143000" indent="-228600" defTabSz="4703763" eaLnBrk="0" hangingPunct="0">
              <a:defRPr sz="9300">
                <a:solidFill>
                  <a:schemeClr val="tx1"/>
                </a:solidFill>
                <a:latin typeface="Arial"/>
              </a:defRPr>
            </a:lvl3pPr>
            <a:lvl4pPr marL="1600200" indent="-228600" defTabSz="4703763" eaLnBrk="0" hangingPunct="0">
              <a:defRPr sz="9300">
                <a:solidFill>
                  <a:schemeClr val="tx1"/>
                </a:solidFill>
                <a:latin typeface="Arial"/>
              </a:defRPr>
            </a:lvl4pPr>
            <a:lvl5pPr marL="2057400" indent="-228600" defTabSz="4703763" eaLnBrk="0" hangingPunct="0">
              <a:defRPr sz="9300">
                <a:solidFill>
                  <a:schemeClr val="tx1"/>
                </a:solidFill>
                <a:latin typeface="Arial"/>
              </a:defRPr>
            </a:lvl5pPr>
            <a:lvl6pPr marL="2514600" indent="-228600" defTabSz="4703763" eaLnBrk="0" fontAlgn="base" hangingPunct="0">
              <a:spcBef>
                <a:spcPct val="0"/>
              </a:spcBef>
              <a:spcAft>
                <a:spcPct val="0"/>
              </a:spcAft>
              <a:defRPr sz="9300">
                <a:solidFill>
                  <a:schemeClr val="tx1"/>
                </a:solidFill>
                <a:latin typeface="Arial"/>
              </a:defRPr>
            </a:lvl6pPr>
            <a:lvl7pPr marL="2971800" indent="-228600" defTabSz="4703763" eaLnBrk="0" fontAlgn="base" hangingPunct="0">
              <a:spcBef>
                <a:spcPct val="0"/>
              </a:spcBef>
              <a:spcAft>
                <a:spcPct val="0"/>
              </a:spcAft>
              <a:defRPr sz="9300">
                <a:solidFill>
                  <a:schemeClr val="tx1"/>
                </a:solidFill>
                <a:latin typeface="Arial"/>
              </a:defRPr>
            </a:lvl7pPr>
            <a:lvl8pPr marL="3429000" indent="-228600" defTabSz="4703763" eaLnBrk="0" fontAlgn="base" hangingPunct="0">
              <a:spcBef>
                <a:spcPct val="0"/>
              </a:spcBef>
              <a:spcAft>
                <a:spcPct val="0"/>
              </a:spcAft>
              <a:defRPr sz="9300">
                <a:solidFill>
                  <a:schemeClr val="tx1"/>
                </a:solidFill>
                <a:latin typeface="Arial"/>
              </a:defRPr>
            </a:lvl8pPr>
            <a:lvl9pPr marL="3886200" indent="-228600" defTabSz="4703763" eaLnBrk="0" fontAlgn="base" hangingPunct="0">
              <a:spcBef>
                <a:spcPct val="0"/>
              </a:spcBef>
              <a:spcAft>
                <a:spcPct val="0"/>
              </a:spcAft>
              <a:defRPr sz="9300">
                <a:solidFill>
                  <a:schemeClr val="tx1"/>
                </a:solidFill>
                <a:latin typeface="Arial"/>
              </a:defRPr>
            </a:lvl9pPr>
          </a:lstStyle>
          <a:p>
            <a:pPr>
              <a:spcBef>
                <a:spcPts val="0"/>
              </a:spcBef>
              <a:spcAft>
                <a:spcPts val="0"/>
              </a:spcAft>
            </a:pPr>
            <a:r>
              <a:rPr lang="en-US" sz="2400" kern="100" dirty="0">
                <a:latin typeface="Arial" panose="020B0604020202020204" pitchFamily="34" charset="0"/>
                <a:ea typeface="Calibri" panose="020F0502020204030204" pitchFamily="34" charset="0"/>
                <a:cs typeface="Arial" panose="020B0604020202020204" pitchFamily="34" charset="0"/>
              </a:rPr>
              <a:t>This project utilizes a stepwise multiple linear regression model to analyze the efficacy of nosocomial infection control (SENIC) across hospitals in the United States (U.S.). Nosocomial infections, or hospital-onset infections, pose significant challenges to healthcare systems, resulting in increased morbidity and healthcare costs. Effective infection control measures are crucial for mitigating these adverse outcomes. The SENIC Project, a comprehensive survey conducted by the Centers for Disease Control and Prevention (CDC), provides a</a:t>
            </a:r>
          </a:p>
          <a:p>
            <a:pPr>
              <a:spcBef>
                <a:spcPts val="0"/>
              </a:spcBef>
              <a:spcAft>
                <a:spcPts val="0"/>
              </a:spcAft>
            </a:pPr>
            <a:r>
              <a:rPr lang="en-US" sz="2400" kern="100" dirty="0">
                <a:latin typeface="Arial" panose="020B0604020202020204" pitchFamily="34" charset="0"/>
                <a:ea typeface="Calibri" panose="020F0502020204030204" pitchFamily="34" charset="0"/>
                <a:cs typeface="Arial" panose="020B0604020202020204" pitchFamily="34" charset="0"/>
              </a:rPr>
              <a:t>reliable dataset to evaluate infection control programs.</a:t>
            </a:r>
          </a:p>
          <a:p>
            <a:pPr>
              <a:spcBef>
                <a:spcPts val="0"/>
              </a:spcBef>
              <a:spcAft>
                <a:spcPts val="0"/>
              </a:spcAft>
            </a:pPr>
            <a:endParaRPr lang="en-US" sz="1000" kern="100" dirty="0">
              <a:latin typeface="Arial" panose="020B0604020202020204" pitchFamily="34" charset="0"/>
              <a:ea typeface="Calibri" panose="020F0502020204030204" pitchFamily="34" charset="0"/>
              <a:cs typeface="Arial" panose="020B0604020202020204" pitchFamily="34" charset="0"/>
            </a:endParaRPr>
          </a:p>
          <a:p>
            <a:pPr>
              <a:spcBef>
                <a:spcPts val="0"/>
              </a:spcBef>
              <a:spcAft>
                <a:spcPts val="0"/>
              </a:spcAft>
            </a:pPr>
            <a:r>
              <a:rPr lang="en-US" sz="2400" kern="100" dirty="0">
                <a:latin typeface="Arial" panose="020B0604020202020204" pitchFamily="34" charset="0"/>
                <a:ea typeface="Calibri" panose="020F0502020204030204" pitchFamily="34" charset="0"/>
                <a:cs typeface="Arial" panose="020B0604020202020204" pitchFamily="34" charset="0"/>
              </a:rPr>
              <a:t>This analysis uses stepwise multiple linear regression techniques on a sample of U.S. hospitals to identify significant predictors of infection control efficacy, including but not limited to hospital size, patient demographics, and geography. The stepwise approach allows for the systematic inclusion and exclusion of continuous variables based on their statistical</a:t>
            </a:r>
          </a:p>
          <a:p>
            <a:pPr>
              <a:spcBef>
                <a:spcPts val="0"/>
              </a:spcBef>
              <a:spcAft>
                <a:spcPts val="0"/>
              </a:spcAft>
            </a:pPr>
            <a:r>
              <a:rPr lang="en-US" sz="2400" kern="100" dirty="0">
                <a:latin typeface="Arial" panose="020B0604020202020204" pitchFamily="34" charset="0"/>
                <a:ea typeface="Calibri" panose="020F0502020204030204" pitchFamily="34" charset="0"/>
                <a:cs typeface="Arial" panose="020B0604020202020204" pitchFamily="34" charset="0"/>
              </a:rPr>
              <a:t>significance, ensuring consistency and conciseness.</a:t>
            </a:r>
          </a:p>
        </p:txBody>
      </p:sp>
      <p:sp>
        <p:nvSpPr>
          <p:cNvPr id="39" name="Text Box 6">
            <a:extLst>
              <a:ext uri="{FF2B5EF4-FFF2-40B4-BE49-F238E27FC236}">
                <a16:creationId xmlns:a16="http://schemas.microsoft.com/office/drawing/2014/main" id="{1B3DAFDC-3567-41A6-899A-8D92E3BE5771}"/>
              </a:ext>
            </a:extLst>
          </p:cNvPr>
          <p:cNvSpPr txBox="1">
            <a:spLocks noChangeArrowheads="1"/>
          </p:cNvSpPr>
          <p:nvPr/>
        </p:nvSpPr>
        <p:spPr bwMode="auto">
          <a:xfrm>
            <a:off x="900512" y="16528186"/>
            <a:ext cx="8895794" cy="59862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37160" tIns="68580" rIns="137160" bIns="68580">
            <a:spAutoFit/>
          </a:bodyPr>
          <a:lstStyle>
            <a:defPPr>
              <a:defRPr kern="1200"/>
            </a:defPPr>
            <a:lvl1pPr defTabSz="4703763" eaLnBrk="0" hangingPunct="0">
              <a:defRPr sz="9300">
                <a:solidFill>
                  <a:schemeClr val="tx1"/>
                </a:solidFill>
                <a:latin typeface="Arial"/>
              </a:defRPr>
            </a:lvl1pPr>
            <a:lvl2pPr marL="742950" indent="-285750" defTabSz="4703763" eaLnBrk="0" hangingPunct="0">
              <a:defRPr sz="9300">
                <a:solidFill>
                  <a:schemeClr val="tx1"/>
                </a:solidFill>
                <a:latin typeface="Arial"/>
              </a:defRPr>
            </a:lvl2pPr>
            <a:lvl3pPr marL="1143000" indent="-228600" defTabSz="4703763" eaLnBrk="0" hangingPunct="0">
              <a:defRPr sz="9300">
                <a:solidFill>
                  <a:schemeClr val="tx1"/>
                </a:solidFill>
                <a:latin typeface="Arial"/>
              </a:defRPr>
            </a:lvl3pPr>
            <a:lvl4pPr marL="1600200" indent="-228600" defTabSz="4703763" eaLnBrk="0" hangingPunct="0">
              <a:defRPr sz="9300">
                <a:solidFill>
                  <a:schemeClr val="tx1"/>
                </a:solidFill>
                <a:latin typeface="Arial"/>
              </a:defRPr>
            </a:lvl4pPr>
            <a:lvl5pPr marL="2057400" indent="-228600" defTabSz="4703763" eaLnBrk="0" hangingPunct="0">
              <a:defRPr sz="9300">
                <a:solidFill>
                  <a:schemeClr val="tx1"/>
                </a:solidFill>
                <a:latin typeface="Arial"/>
              </a:defRPr>
            </a:lvl5pPr>
            <a:lvl6pPr marL="2514600" indent="-228600" defTabSz="4703763" eaLnBrk="0" fontAlgn="base" hangingPunct="0">
              <a:spcBef>
                <a:spcPct val="0"/>
              </a:spcBef>
              <a:spcAft>
                <a:spcPct val="0"/>
              </a:spcAft>
              <a:defRPr sz="9300">
                <a:solidFill>
                  <a:schemeClr val="tx1"/>
                </a:solidFill>
                <a:latin typeface="Arial"/>
              </a:defRPr>
            </a:lvl6pPr>
            <a:lvl7pPr marL="2971800" indent="-228600" defTabSz="4703763" eaLnBrk="0" fontAlgn="base" hangingPunct="0">
              <a:spcBef>
                <a:spcPct val="0"/>
              </a:spcBef>
              <a:spcAft>
                <a:spcPct val="0"/>
              </a:spcAft>
              <a:defRPr sz="9300">
                <a:solidFill>
                  <a:schemeClr val="tx1"/>
                </a:solidFill>
                <a:latin typeface="Arial"/>
              </a:defRPr>
            </a:lvl7pPr>
            <a:lvl8pPr marL="3429000" indent="-228600" defTabSz="4703763" eaLnBrk="0" fontAlgn="base" hangingPunct="0">
              <a:spcBef>
                <a:spcPct val="0"/>
              </a:spcBef>
              <a:spcAft>
                <a:spcPct val="0"/>
              </a:spcAft>
              <a:defRPr sz="9300">
                <a:solidFill>
                  <a:schemeClr val="tx1"/>
                </a:solidFill>
                <a:latin typeface="Arial"/>
              </a:defRPr>
            </a:lvl8pPr>
            <a:lvl9pPr marL="3886200" indent="-228600" defTabSz="4703763" eaLnBrk="0" fontAlgn="base" hangingPunct="0">
              <a:spcBef>
                <a:spcPct val="0"/>
              </a:spcBef>
              <a:spcAft>
                <a:spcPct val="0"/>
              </a:spcAft>
              <a:defRPr sz="9300">
                <a:solidFill>
                  <a:schemeClr val="tx1"/>
                </a:solidFill>
                <a:latin typeface="Arial"/>
              </a:defRPr>
            </a:lvl9pPr>
          </a:lstStyle>
          <a:p>
            <a:r>
              <a:rPr lang="en-US" sz="2400" dirty="0">
                <a:latin typeface="Arial" panose="020B0604020202020204" pitchFamily="34" charset="0"/>
                <a:ea typeface="Open Sans" panose="020B0606030504020204" pitchFamily="34" charset="0"/>
                <a:cs typeface="Arial" panose="020B0604020202020204" pitchFamily="34" charset="0"/>
              </a:rPr>
              <a:t>In the 1970s, the CDC initiated the “Study on the Efficacy of Nosocomial Infection Control” (SENIC) with the goal of minimizing nosocomial infection rates. The results from this survey provide a reliable dataset of 113 patient encounters to evaluate infection control programs. Our research utilizes this dataset to identify key factors influencing infection control effectiveness. By focusing valuable resources on these factors, healthcare administrators can:</a:t>
            </a:r>
          </a:p>
          <a:p>
            <a:endParaRPr lang="en-US" sz="1000" dirty="0">
              <a:latin typeface="Arial" panose="020B0604020202020204" pitchFamily="34" charset="0"/>
              <a:ea typeface="Open Sans" panose="020B0606030504020204" pitchFamily="34" charset="0"/>
              <a:cs typeface="Arial" panose="020B0604020202020204" pitchFamily="34" charset="0"/>
            </a:endParaRPr>
          </a:p>
          <a:p>
            <a:pPr marL="285750" indent="-285750">
              <a:buFont typeface="Arial" panose="020B0604020202020204" pitchFamily="34" charset="0"/>
              <a:buChar char="•"/>
            </a:pPr>
            <a:r>
              <a:rPr lang="en-US" sz="2400" dirty="0">
                <a:latin typeface="Arial" panose="020B0604020202020204" pitchFamily="34" charset="0"/>
                <a:ea typeface="Open Sans" panose="020B0606030504020204" pitchFamily="34" charset="0"/>
                <a:cs typeface="Arial" panose="020B0604020202020204" pitchFamily="34" charset="0"/>
              </a:rPr>
              <a:t>enhance infection control measures</a:t>
            </a:r>
          </a:p>
          <a:p>
            <a:pPr marL="285750" indent="-285750">
              <a:buFont typeface="Arial" panose="020B0604020202020204" pitchFamily="34" charset="0"/>
              <a:buChar char="•"/>
            </a:pPr>
            <a:r>
              <a:rPr lang="en-US" sz="2400" dirty="0">
                <a:latin typeface="Arial" panose="020B0604020202020204" pitchFamily="34" charset="0"/>
                <a:ea typeface="Open Sans" panose="020B0606030504020204" pitchFamily="34" charset="0"/>
                <a:cs typeface="Arial" panose="020B0604020202020204" pitchFamily="34" charset="0"/>
              </a:rPr>
              <a:t>reduce the likelihood of nosocomial infections</a:t>
            </a:r>
          </a:p>
          <a:p>
            <a:pPr marL="285750" indent="-285750">
              <a:buFont typeface="Arial" panose="020B0604020202020204" pitchFamily="34" charset="0"/>
              <a:buChar char="•"/>
            </a:pPr>
            <a:r>
              <a:rPr lang="en-US" sz="2400" dirty="0">
                <a:latin typeface="Arial" panose="020B0604020202020204" pitchFamily="34" charset="0"/>
                <a:ea typeface="Open Sans" panose="020B0606030504020204" pitchFamily="34" charset="0"/>
                <a:cs typeface="Arial" panose="020B0604020202020204" pitchFamily="34" charset="0"/>
              </a:rPr>
              <a:t>save time and funding</a:t>
            </a:r>
          </a:p>
          <a:p>
            <a:pPr marL="285750" indent="-285750">
              <a:buFont typeface="Arial" panose="020B0604020202020204" pitchFamily="34" charset="0"/>
              <a:buChar char="•"/>
            </a:pPr>
            <a:r>
              <a:rPr lang="en-US" sz="2400" dirty="0">
                <a:latin typeface="Arial" panose="020B0604020202020204" pitchFamily="34" charset="0"/>
                <a:ea typeface="Open Sans" panose="020B0606030504020204" pitchFamily="34" charset="0"/>
                <a:cs typeface="Arial" panose="020B0604020202020204" pitchFamily="34" charset="0"/>
              </a:rPr>
              <a:t>improve patient outcomes </a:t>
            </a:r>
          </a:p>
          <a:p>
            <a:endParaRPr lang="en-US" sz="1000" dirty="0">
              <a:latin typeface="Arial" panose="020B0604020202020204" pitchFamily="34" charset="0"/>
              <a:ea typeface="Open Sans" panose="020B0606030504020204" pitchFamily="34" charset="0"/>
              <a:cs typeface="Arial" panose="020B0604020202020204" pitchFamily="34" charset="0"/>
            </a:endParaRPr>
          </a:p>
          <a:p>
            <a:r>
              <a:rPr lang="en-US" sz="2400" dirty="0">
                <a:latin typeface="Arial" panose="020B0604020202020204" pitchFamily="34" charset="0"/>
                <a:ea typeface="Open Sans" panose="020B0606030504020204" pitchFamily="34" charset="0"/>
                <a:cs typeface="Arial" panose="020B0604020202020204" pitchFamily="34" charset="0"/>
              </a:rPr>
              <a:t>This study aims to provide actionable insights that contribute to more effective infection control strategies and better healthcare practices.</a:t>
            </a:r>
          </a:p>
        </p:txBody>
      </p:sp>
      <p:sp>
        <p:nvSpPr>
          <p:cNvPr id="251" name="Text Box 6">
            <a:extLst>
              <a:ext uri="{FF2B5EF4-FFF2-40B4-BE49-F238E27FC236}">
                <a16:creationId xmlns:a16="http://schemas.microsoft.com/office/drawing/2014/main" id="{415768D9-2D35-44FA-889C-1EC1DE8F0C08}"/>
              </a:ext>
            </a:extLst>
          </p:cNvPr>
          <p:cNvSpPr txBox="1">
            <a:spLocks noChangeArrowheads="1"/>
          </p:cNvSpPr>
          <p:nvPr/>
        </p:nvSpPr>
        <p:spPr bwMode="auto">
          <a:xfrm>
            <a:off x="11253953" y="15713216"/>
            <a:ext cx="10669725" cy="2650982"/>
          </a:xfrm>
          <a:prstGeom prst="rect">
            <a:avLst/>
          </a:prstGeom>
          <a:noFill/>
          <a:ln w="9525">
            <a:solidFill>
              <a:srgbClr val="24468E"/>
            </a:solidFill>
            <a:miter lim="800000"/>
            <a:headEnd/>
            <a:tailEn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37160" tIns="68580" rIns="137160" bIns="68580">
            <a:spAutoFit/>
          </a:bodyPr>
          <a:lstStyle>
            <a:defPPr>
              <a:defRPr kern="1200"/>
            </a:defPPr>
            <a:lvl1pPr defTabSz="4703763" eaLnBrk="0" hangingPunct="0">
              <a:defRPr sz="9300">
                <a:solidFill>
                  <a:schemeClr val="tx1"/>
                </a:solidFill>
                <a:latin typeface="Arial"/>
              </a:defRPr>
            </a:lvl1pPr>
            <a:lvl2pPr marL="742950" indent="-285750" defTabSz="4703763" eaLnBrk="0" hangingPunct="0">
              <a:defRPr sz="9300">
                <a:solidFill>
                  <a:schemeClr val="tx1"/>
                </a:solidFill>
                <a:latin typeface="Arial"/>
              </a:defRPr>
            </a:lvl2pPr>
            <a:lvl3pPr marL="1143000" indent="-228600" defTabSz="4703763" eaLnBrk="0" hangingPunct="0">
              <a:defRPr sz="9300">
                <a:solidFill>
                  <a:schemeClr val="tx1"/>
                </a:solidFill>
                <a:latin typeface="Arial"/>
              </a:defRPr>
            </a:lvl3pPr>
            <a:lvl4pPr marL="1600200" indent="-228600" defTabSz="4703763" eaLnBrk="0" hangingPunct="0">
              <a:defRPr sz="9300">
                <a:solidFill>
                  <a:schemeClr val="tx1"/>
                </a:solidFill>
                <a:latin typeface="Arial"/>
              </a:defRPr>
            </a:lvl4pPr>
            <a:lvl5pPr marL="2057400" indent="-228600" defTabSz="4703763" eaLnBrk="0" hangingPunct="0">
              <a:defRPr sz="9300">
                <a:solidFill>
                  <a:schemeClr val="tx1"/>
                </a:solidFill>
                <a:latin typeface="Arial"/>
              </a:defRPr>
            </a:lvl5pPr>
            <a:lvl6pPr marL="2514600" indent="-228600" defTabSz="4703763" eaLnBrk="0" fontAlgn="base" hangingPunct="0">
              <a:spcBef>
                <a:spcPct val="0"/>
              </a:spcBef>
              <a:spcAft>
                <a:spcPct val="0"/>
              </a:spcAft>
              <a:defRPr sz="9300">
                <a:solidFill>
                  <a:schemeClr val="tx1"/>
                </a:solidFill>
                <a:latin typeface="Arial"/>
              </a:defRPr>
            </a:lvl6pPr>
            <a:lvl7pPr marL="2971800" indent="-228600" defTabSz="4703763" eaLnBrk="0" fontAlgn="base" hangingPunct="0">
              <a:spcBef>
                <a:spcPct val="0"/>
              </a:spcBef>
              <a:spcAft>
                <a:spcPct val="0"/>
              </a:spcAft>
              <a:defRPr sz="9300">
                <a:solidFill>
                  <a:schemeClr val="tx1"/>
                </a:solidFill>
                <a:latin typeface="Arial"/>
              </a:defRPr>
            </a:lvl7pPr>
            <a:lvl8pPr marL="3429000" indent="-228600" defTabSz="4703763" eaLnBrk="0" fontAlgn="base" hangingPunct="0">
              <a:spcBef>
                <a:spcPct val="0"/>
              </a:spcBef>
              <a:spcAft>
                <a:spcPct val="0"/>
              </a:spcAft>
              <a:defRPr sz="9300">
                <a:solidFill>
                  <a:schemeClr val="tx1"/>
                </a:solidFill>
                <a:latin typeface="Arial"/>
              </a:defRPr>
            </a:lvl8pPr>
            <a:lvl9pPr marL="3886200" indent="-228600" defTabSz="4703763" eaLnBrk="0" fontAlgn="base" hangingPunct="0">
              <a:spcBef>
                <a:spcPct val="0"/>
              </a:spcBef>
              <a:spcAft>
                <a:spcPct val="0"/>
              </a:spcAft>
              <a:defRPr sz="9300">
                <a:solidFill>
                  <a:schemeClr val="tx1"/>
                </a:solidFill>
                <a:latin typeface="Arial"/>
              </a:defRPr>
            </a:lvl9pPr>
          </a:lstStyle>
          <a:p>
            <a:pPr>
              <a:lnSpc>
                <a:spcPts val="4000"/>
              </a:lnSpc>
            </a:pPr>
            <a:r>
              <a:rPr lang="en-US" sz="2600" b="1" dirty="0">
                <a:solidFill>
                  <a:srgbClr val="24468E"/>
                </a:solidFill>
                <a:latin typeface="Arial" panose="020B0604020202020204" pitchFamily="34" charset="0"/>
                <a:ea typeface="Open Sans" panose="020B0606030504020204" pitchFamily="34" charset="0"/>
                <a:cs typeface="Arial" panose="020B0604020202020204" pitchFamily="34" charset="0"/>
              </a:rPr>
              <a:t>Final regression equation</a:t>
            </a:r>
            <a:r>
              <a:rPr lang="en-US" sz="2600" dirty="0">
                <a:solidFill>
                  <a:srgbClr val="24468E"/>
                </a:solidFill>
                <a:latin typeface="Arial" panose="020B0604020202020204" pitchFamily="34" charset="0"/>
                <a:ea typeface="Open Sans" panose="020B0606030504020204" pitchFamily="34" charset="0"/>
                <a:cs typeface="Arial" panose="020B0604020202020204" pitchFamily="34" charset="0"/>
              </a:rPr>
              <a:t>:</a:t>
            </a:r>
            <a:br>
              <a:rPr lang="en-US" sz="2400" dirty="0">
                <a:latin typeface="Arial" panose="020B0604020202020204" pitchFamily="34" charset="0"/>
                <a:ea typeface="Open Sans" panose="020B0606030504020204" pitchFamily="34" charset="0"/>
                <a:cs typeface="Arial" panose="020B0604020202020204" pitchFamily="34" charset="0"/>
              </a:rPr>
            </a:br>
            <a:r>
              <a:rPr lang="en-US" sz="2400" dirty="0">
                <a:latin typeface="Arial" panose="020B0604020202020204" pitchFamily="34" charset="0"/>
                <a:ea typeface="Open Sans" panose="020B0606030504020204" pitchFamily="34" charset="0"/>
                <a:cs typeface="Arial" panose="020B0604020202020204" pitchFamily="34" charset="0"/>
              </a:rPr>
              <a:t>predicted infectionRisk = −1.287227 + (0.274023 ⋅ stay) + (0.050793 ⋅ cultRatio) + (0.011677 ⋅ chestXrayRatio) + (0.559003 ⋅ medSchool) + (0.313613 ⋅ region2) + (0.220538 ⋅ region3) + (1.013383 ⋅ region4) + (0.002675 ⋅ numNurses)</a:t>
            </a:r>
          </a:p>
        </p:txBody>
      </p:sp>
      <mc:AlternateContent xmlns:mc="http://schemas.openxmlformats.org/markup-compatibility/2006" xmlns:a14="http://schemas.microsoft.com/office/drawing/2010/main">
        <mc:Choice Requires="a14">
          <p:sp>
            <p:nvSpPr>
              <p:cNvPr id="259" name="TextBox 258">
                <a:extLst>
                  <a:ext uri="{FF2B5EF4-FFF2-40B4-BE49-F238E27FC236}">
                    <a16:creationId xmlns:a16="http://schemas.microsoft.com/office/drawing/2014/main" id="{5BA5B394-92CD-4B3C-9507-4B3F124A5E31}"/>
                  </a:ext>
                </a:extLst>
              </p:cNvPr>
              <p:cNvSpPr txBox="1"/>
              <p:nvPr/>
            </p:nvSpPr>
            <p:spPr>
              <a:xfrm>
                <a:off x="33299400" y="7955603"/>
                <a:ext cx="9601200" cy="9694962"/>
              </a:xfrm>
              <a:prstGeom prst="rect">
                <a:avLst/>
              </a:prstGeom>
              <a:noFill/>
            </p:spPr>
            <p:txBody>
              <a:bodyPr wrap="square" rtlCol="0">
                <a:spAutoFit/>
              </a:bodyPr>
              <a:lstStyle>
                <a:defPPr>
                  <a:defRPr kern="1200"/>
                </a:defPPr>
              </a:lstStyle>
              <a:p>
                <a:r>
                  <a:rPr lang="en-US" sz="2400" dirty="0">
                    <a:latin typeface="Arial" panose="020B0604020202020204" pitchFamily="34" charset="0"/>
                    <a:ea typeface="Open Sans" panose="020B0606030504020204" pitchFamily="34" charset="0"/>
                    <a:cs typeface="Arial" panose="020B0604020202020204" pitchFamily="34" charset="0"/>
                  </a:rPr>
                  <a:t>Below, where </a:t>
                </a:r>
                <a:r>
                  <a:rPr lang="en-US" sz="2400" i="1" dirty="0">
                    <a:latin typeface="Arial" panose="020B0604020202020204" pitchFamily="34" charset="0"/>
                    <a:ea typeface="Open Sans" panose="020B0606030504020204" pitchFamily="34" charset="0"/>
                    <a:cs typeface="Arial" panose="020B0604020202020204" pitchFamily="34" charset="0"/>
                  </a:rPr>
                  <a:t>k</a:t>
                </a:r>
                <a:r>
                  <a:rPr lang="en-US" sz="2400" dirty="0">
                    <a:latin typeface="Arial" panose="020B0604020202020204" pitchFamily="34" charset="0"/>
                    <a:ea typeface="Open Sans" panose="020B0606030504020204" pitchFamily="34" charset="0"/>
                    <a:cs typeface="Arial" panose="020B0604020202020204" pitchFamily="34" charset="0"/>
                  </a:rPr>
                  <a:t> = numbers of predictors, the hypotheses, which tested for the significance of each predictor in the regression model:</a:t>
                </a:r>
              </a:p>
              <a:p>
                <a:endParaRPr lang="en-US" sz="2400" dirty="0">
                  <a:latin typeface="Arial" panose="020B0604020202020204" pitchFamily="34" charset="0"/>
                  <a:ea typeface="Open Sans" panose="020B0606030504020204" pitchFamily="34" charset="0"/>
                  <a:cs typeface="Arial" panose="020B0604020202020204" pitchFamily="34" charset="0"/>
                </a:endParaRPr>
              </a:p>
              <a:p>
                <a:r>
                  <a:rPr lang="en-US" sz="2400" dirty="0">
                    <a:latin typeface="Arial" panose="020B0604020202020204" pitchFamily="34" charset="0"/>
                    <a:ea typeface="Open Sans" panose="020B0606030504020204" pitchFamily="34" charset="0"/>
                    <a:cs typeface="Arial" panose="020B0604020202020204" pitchFamily="34" charset="0"/>
                  </a:rPr>
                  <a:t>Ho: </a:t>
                </a:r>
                <a14:m>
                  <m:oMath xmlns:m="http://schemas.openxmlformats.org/officeDocument/2006/math">
                    <m:sSub>
                      <m:sSubPr>
                        <m:ctrlPr>
                          <a:rPr lang="en-US" sz="2400" i="1">
                            <a:latin typeface="Cambria Math" panose="02040503050406030204" pitchFamily="18" charset="0"/>
                            <a:ea typeface="Open Sans" panose="020B0606030504020204" pitchFamily="34" charset="0"/>
                            <a:cs typeface="Arial" panose="020B0604020202020204" pitchFamily="34" charset="0"/>
                          </a:rPr>
                        </m:ctrlPr>
                      </m:sSubPr>
                      <m:e>
                        <m:r>
                          <m:rPr>
                            <m:nor/>
                          </m:rPr>
                          <a:rPr lang="en-US" sz="2400" dirty="0">
                            <a:latin typeface="Arial" panose="020B0604020202020204" pitchFamily="34" charset="0"/>
                            <a:ea typeface="Open Sans" panose="020B0606030504020204" pitchFamily="34" charset="0"/>
                            <a:cs typeface="Arial" panose="020B0604020202020204" pitchFamily="34" charset="0"/>
                          </a:rPr>
                          <m:t>β</m:t>
                        </m:r>
                      </m:e>
                      <m:sub>
                        <m:r>
                          <a:rPr lang="en-US" sz="2400" i="1">
                            <a:latin typeface="Cambria Math" panose="02040503050406030204" pitchFamily="18" charset="0"/>
                            <a:ea typeface="Open Sans" panose="020B0606030504020204" pitchFamily="34" charset="0"/>
                            <a:cs typeface="Arial" panose="020B0604020202020204" pitchFamily="34" charset="0"/>
                          </a:rPr>
                          <m:t>1</m:t>
                        </m:r>
                      </m:sub>
                    </m:sSub>
                  </m:oMath>
                </a14:m>
                <a:r>
                  <a:rPr lang="en-US" sz="2400" dirty="0">
                    <a:latin typeface="Arial" panose="020B0604020202020204" pitchFamily="34" charset="0"/>
                    <a:ea typeface="Open Sans" panose="020B0606030504020204" pitchFamily="34" charset="0"/>
                    <a:cs typeface="Arial" panose="020B0604020202020204" pitchFamily="34" charset="0"/>
                  </a:rPr>
                  <a:t> = </a:t>
                </a:r>
                <a14:m>
                  <m:oMath xmlns:m="http://schemas.openxmlformats.org/officeDocument/2006/math">
                    <m:sSub>
                      <m:sSubPr>
                        <m:ctrlPr>
                          <a:rPr lang="en-US" sz="2400" i="1">
                            <a:latin typeface="Cambria Math" panose="02040503050406030204" pitchFamily="18" charset="0"/>
                            <a:ea typeface="Open Sans" panose="020B0606030504020204" pitchFamily="34" charset="0"/>
                            <a:cs typeface="Arial" panose="020B0604020202020204" pitchFamily="34" charset="0"/>
                          </a:rPr>
                        </m:ctrlPr>
                      </m:sSubPr>
                      <m:e>
                        <m:r>
                          <m:rPr>
                            <m:nor/>
                          </m:rPr>
                          <a:rPr lang="en-US" sz="2400" dirty="0">
                            <a:latin typeface="Arial" panose="020B0604020202020204" pitchFamily="34" charset="0"/>
                            <a:ea typeface="Open Sans" panose="020B0606030504020204" pitchFamily="34" charset="0"/>
                            <a:cs typeface="Arial" panose="020B0604020202020204" pitchFamily="34" charset="0"/>
                          </a:rPr>
                          <m:t>β</m:t>
                        </m:r>
                      </m:e>
                      <m:sub>
                        <m:r>
                          <a:rPr lang="en-US" sz="2400" i="1">
                            <a:latin typeface="Cambria Math" panose="02040503050406030204" pitchFamily="18" charset="0"/>
                            <a:ea typeface="Open Sans" panose="020B0606030504020204" pitchFamily="34" charset="0"/>
                            <a:cs typeface="Arial" panose="020B0604020202020204" pitchFamily="34" charset="0"/>
                          </a:rPr>
                          <m:t>2</m:t>
                        </m:r>
                      </m:sub>
                    </m:sSub>
                  </m:oMath>
                </a14:m>
                <a:r>
                  <a:rPr lang="en-US" sz="2400" dirty="0">
                    <a:latin typeface="Arial" panose="020B0604020202020204" pitchFamily="34" charset="0"/>
                    <a:ea typeface="Open Sans" panose="020B0606030504020204" pitchFamily="34" charset="0"/>
                    <a:cs typeface="Arial" panose="020B0604020202020204" pitchFamily="34" charset="0"/>
                  </a:rPr>
                  <a:t> = … = </a:t>
                </a:r>
                <a14:m>
                  <m:oMath xmlns:m="http://schemas.openxmlformats.org/officeDocument/2006/math">
                    <m:sSub>
                      <m:sSubPr>
                        <m:ctrlPr>
                          <a:rPr lang="en-US" sz="2400" i="1">
                            <a:latin typeface="Cambria Math" panose="02040503050406030204" pitchFamily="18" charset="0"/>
                            <a:ea typeface="Open Sans" panose="020B0606030504020204" pitchFamily="34" charset="0"/>
                            <a:cs typeface="Arial" panose="020B0604020202020204" pitchFamily="34" charset="0"/>
                          </a:rPr>
                        </m:ctrlPr>
                      </m:sSubPr>
                      <m:e>
                        <m:r>
                          <m:rPr>
                            <m:nor/>
                          </m:rPr>
                          <a:rPr lang="en-US" sz="2400" dirty="0">
                            <a:latin typeface="Arial" panose="020B0604020202020204" pitchFamily="34" charset="0"/>
                            <a:ea typeface="Open Sans" panose="020B0606030504020204" pitchFamily="34" charset="0"/>
                            <a:cs typeface="Arial" panose="020B0604020202020204" pitchFamily="34" charset="0"/>
                          </a:rPr>
                          <m:t>β</m:t>
                        </m:r>
                      </m:e>
                      <m:sub>
                        <m:r>
                          <a:rPr lang="en-US" sz="2400" i="1">
                            <a:latin typeface="Cambria Math" panose="02040503050406030204" pitchFamily="18" charset="0"/>
                            <a:ea typeface="Open Sans" panose="020B0606030504020204" pitchFamily="34" charset="0"/>
                            <a:cs typeface="Arial" panose="020B0604020202020204" pitchFamily="34" charset="0"/>
                          </a:rPr>
                          <m:t>𝑘</m:t>
                        </m:r>
                      </m:sub>
                    </m:sSub>
                  </m:oMath>
                </a14:m>
                <a:r>
                  <a:rPr lang="en-US" sz="2400" dirty="0">
                    <a:latin typeface="Arial" panose="020B0604020202020204" pitchFamily="34" charset="0"/>
                    <a:ea typeface="Open Sans" panose="020B0606030504020204" pitchFamily="34" charset="0"/>
                    <a:cs typeface="Arial" panose="020B0604020202020204" pitchFamily="34" charset="0"/>
                  </a:rPr>
                  <a:t> = 0</a:t>
                </a:r>
              </a:p>
              <a:p>
                <a:endParaRPr lang="en-US" sz="2400" dirty="0">
                  <a:latin typeface="Arial" panose="020B0604020202020204" pitchFamily="34" charset="0"/>
                  <a:ea typeface="Open Sans" panose="020B0606030504020204" pitchFamily="34" charset="0"/>
                  <a:cs typeface="Arial" panose="020B0604020202020204" pitchFamily="34" charset="0"/>
                </a:endParaRPr>
              </a:p>
              <a:p>
                <a:r>
                  <a:rPr lang="en-US" sz="2400" dirty="0">
                    <a:latin typeface="Arial" panose="020B0604020202020204" pitchFamily="34" charset="0"/>
                    <a:ea typeface="Open Sans" panose="020B0606030504020204" pitchFamily="34" charset="0"/>
                    <a:cs typeface="Arial" panose="020B0604020202020204" pitchFamily="34" charset="0"/>
                  </a:rPr>
                  <a:t>Ha: At least one </a:t>
                </a:r>
                <a14:m>
                  <m:oMath xmlns:m="http://schemas.openxmlformats.org/officeDocument/2006/math">
                    <m:sSub>
                      <m:sSubPr>
                        <m:ctrlPr>
                          <a:rPr lang="en-US" sz="2400" i="1">
                            <a:latin typeface="Cambria Math" panose="02040503050406030204" pitchFamily="18" charset="0"/>
                            <a:ea typeface="Open Sans" panose="020B0606030504020204" pitchFamily="34" charset="0"/>
                            <a:cs typeface="Arial" panose="020B0604020202020204" pitchFamily="34" charset="0"/>
                          </a:rPr>
                        </m:ctrlPr>
                      </m:sSubPr>
                      <m:e>
                        <m:r>
                          <m:rPr>
                            <m:nor/>
                          </m:rPr>
                          <a:rPr lang="en-US" sz="2400" dirty="0">
                            <a:latin typeface="Arial" panose="020B0604020202020204" pitchFamily="34" charset="0"/>
                            <a:ea typeface="Open Sans" panose="020B0606030504020204" pitchFamily="34" charset="0"/>
                            <a:cs typeface="Arial" panose="020B0604020202020204" pitchFamily="34" charset="0"/>
                          </a:rPr>
                          <m:t>β</m:t>
                        </m:r>
                      </m:e>
                      <m:sub>
                        <m:r>
                          <a:rPr lang="en-US" sz="2400" i="1">
                            <a:latin typeface="Cambria Math" panose="02040503050406030204" pitchFamily="18" charset="0"/>
                            <a:ea typeface="Open Sans" panose="020B0606030504020204" pitchFamily="34" charset="0"/>
                            <a:cs typeface="Arial" panose="020B0604020202020204" pitchFamily="34" charset="0"/>
                          </a:rPr>
                          <m:t>𝑘</m:t>
                        </m:r>
                      </m:sub>
                    </m:sSub>
                  </m:oMath>
                </a14:m>
                <a:r>
                  <a:rPr lang="en-US" sz="2400" dirty="0">
                    <a:latin typeface="Arial" panose="020B0604020202020204" pitchFamily="34" charset="0"/>
                    <a:ea typeface="Open Sans" panose="020B0606030504020204" pitchFamily="34" charset="0"/>
                    <a:cs typeface="Arial" panose="020B0604020202020204" pitchFamily="34" charset="0"/>
                  </a:rPr>
                  <a:t> ≠ 0</a:t>
                </a:r>
              </a:p>
              <a:p>
                <a:endParaRPr lang="en-US" sz="2400" dirty="0">
                  <a:latin typeface="Arial" panose="020B0604020202020204" pitchFamily="34" charset="0"/>
                  <a:ea typeface="Open Sans" panose="020B0606030504020204" pitchFamily="34" charset="0"/>
                  <a:cs typeface="Arial" panose="020B0604020202020204" pitchFamily="34" charset="0"/>
                </a:endParaRPr>
              </a:p>
              <a:p>
                <a:r>
                  <a:rPr lang="en-US" sz="2400" dirty="0">
                    <a:latin typeface="Arial" panose="020B0604020202020204" pitchFamily="34" charset="0"/>
                    <a:ea typeface="Open Sans" panose="020B0606030504020204" pitchFamily="34" charset="0"/>
                    <a:cs typeface="Arial" panose="020B0604020202020204" pitchFamily="34" charset="0"/>
                  </a:rPr>
                  <a:t>The resulting model included the following predictors as significant of nosocomial infection with an associated change in infection risk of: </a:t>
                </a:r>
              </a:p>
              <a:p>
                <a:endParaRPr lang="en-US" sz="2400" dirty="0">
                  <a:latin typeface="Arial" panose="020B0604020202020204" pitchFamily="34" charset="0"/>
                  <a:ea typeface="Open Sans" panose="020B0606030504020204" pitchFamily="34" charset="0"/>
                  <a:cs typeface="Arial" panose="020B0604020202020204" pitchFamily="34" charset="0"/>
                </a:endParaRPr>
              </a:p>
              <a:p>
                <a:pPr marL="342900" indent="-342900">
                  <a:buFont typeface="Arial" panose="020B0604020202020204" pitchFamily="34" charset="0"/>
                  <a:buChar char="•"/>
                </a:pPr>
                <a:r>
                  <a:rPr lang="en-US" sz="2400" dirty="0">
                    <a:latin typeface="Arial" panose="020B0604020202020204" pitchFamily="34" charset="0"/>
                    <a:ea typeface="Open Sans" panose="020B0606030504020204" pitchFamily="34" charset="0"/>
                    <a:cs typeface="Arial" panose="020B0604020202020204" pitchFamily="34" charset="0"/>
                  </a:rPr>
                  <a:t>Each additional </a:t>
                </a:r>
                <a:r>
                  <a:rPr lang="en-US" sz="2400" dirty="0">
                    <a:solidFill>
                      <a:srgbClr val="24468E"/>
                    </a:solidFill>
                    <a:latin typeface="Arial" panose="020B0604020202020204" pitchFamily="34" charset="0"/>
                    <a:ea typeface="Open Sans" panose="020B0606030504020204" pitchFamily="34" charset="0"/>
                    <a:cs typeface="Arial" panose="020B0604020202020204" pitchFamily="34" charset="0"/>
                  </a:rPr>
                  <a:t>nurse </a:t>
                </a:r>
                <a:r>
                  <a:rPr lang="en-US" sz="2400" dirty="0">
                    <a:latin typeface="Arial" panose="020B0604020202020204" pitchFamily="34" charset="0"/>
                    <a:ea typeface="Open Sans" panose="020B0606030504020204" pitchFamily="34" charset="0"/>
                    <a:cs typeface="Arial" panose="020B0604020202020204" pitchFamily="34" charset="0"/>
                  </a:rPr>
                  <a:t>employed results in an increase of 0.003</a:t>
                </a:r>
              </a:p>
              <a:p>
                <a:pPr marL="342900" indent="-342900">
                  <a:buFont typeface="Arial" panose="020B0604020202020204" pitchFamily="34" charset="0"/>
                  <a:buChar char="•"/>
                </a:pPr>
                <a:r>
                  <a:rPr lang="en-US" sz="2400" dirty="0">
                    <a:latin typeface="Arial" panose="020B0604020202020204" pitchFamily="34" charset="0"/>
                    <a:ea typeface="Open Sans" panose="020B0606030504020204" pitchFamily="34" charset="0"/>
                    <a:cs typeface="Arial" panose="020B0604020202020204" pitchFamily="34" charset="0"/>
                  </a:rPr>
                  <a:t>A unit increase in </a:t>
                </a:r>
                <a:r>
                  <a:rPr lang="en-US" sz="2400" dirty="0">
                    <a:solidFill>
                      <a:srgbClr val="24468E"/>
                    </a:solidFill>
                    <a:latin typeface="Arial" panose="020B0604020202020204" pitchFamily="34" charset="0"/>
                    <a:ea typeface="Open Sans" panose="020B0606030504020204" pitchFamily="34" charset="0"/>
                    <a:cs typeface="Arial" panose="020B0604020202020204" pitchFamily="34" charset="0"/>
                  </a:rPr>
                  <a:t>ratio of chest X-ray</a:t>
                </a:r>
                <a:r>
                  <a:rPr lang="en-US" sz="2400" dirty="0">
                    <a:latin typeface="Arial" panose="020B0604020202020204" pitchFamily="34" charset="0"/>
                    <a:ea typeface="Open Sans" panose="020B0606030504020204" pitchFamily="34" charset="0"/>
                    <a:cs typeface="Arial" panose="020B0604020202020204" pitchFamily="34" charset="0"/>
                  </a:rPr>
                  <a:t> results in an increase of 0.01</a:t>
                </a:r>
              </a:p>
              <a:p>
                <a:pPr marL="342900" indent="-342900">
                  <a:buFont typeface="Arial" panose="020B0604020202020204" pitchFamily="34" charset="0"/>
                  <a:buChar char="•"/>
                </a:pPr>
                <a:r>
                  <a:rPr lang="en-US" sz="2400" dirty="0">
                    <a:latin typeface="Arial" panose="020B0604020202020204" pitchFamily="34" charset="0"/>
                    <a:ea typeface="Open Sans" panose="020B0606030504020204" pitchFamily="34" charset="0"/>
                    <a:cs typeface="Arial" panose="020B0604020202020204" pitchFamily="34" charset="0"/>
                  </a:rPr>
                  <a:t>An increase in the </a:t>
                </a:r>
                <a:r>
                  <a:rPr lang="en-US" sz="2400" dirty="0">
                    <a:solidFill>
                      <a:srgbClr val="24468E"/>
                    </a:solidFill>
                    <a:latin typeface="Arial" panose="020B0604020202020204" pitchFamily="34" charset="0"/>
                    <a:ea typeface="Open Sans" panose="020B0606030504020204" pitchFamily="34" charset="0"/>
                    <a:cs typeface="Arial" panose="020B0604020202020204" pitchFamily="34" charset="0"/>
                  </a:rPr>
                  <a:t>ratio of cultures </a:t>
                </a:r>
                <a:r>
                  <a:rPr lang="en-US" sz="2400" dirty="0">
                    <a:latin typeface="Arial" panose="020B0604020202020204" pitchFamily="34" charset="0"/>
                    <a:ea typeface="Open Sans" panose="020B0606030504020204" pitchFamily="34" charset="0"/>
                    <a:cs typeface="Arial" panose="020B0604020202020204" pitchFamily="34" charset="0"/>
                  </a:rPr>
                  <a:t>results in an increase of 0.05</a:t>
                </a:r>
              </a:p>
              <a:p>
                <a:pPr marL="342900" indent="-342900">
                  <a:buFont typeface="Arial" panose="020B0604020202020204" pitchFamily="34" charset="0"/>
                  <a:buChar char="•"/>
                </a:pPr>
                <a:r>
                  <a:rPr lang="en-US" sz="2400" dirty="0">
                    <a:latin typeface="Arial" panose="020B0604020202020204" pitchFamily="34" charset="0"/>
                    <a:ea typeface="Open Sans" panose="020B0606030504020204" pitchFamily="34" charset="0"/>
                    <a:cs typeface="Arial" panose="020B0604020202020204" pitchFamily="34" charset="0"/>
                  </a:rPr>
                  <a:t>Each additional day in a hospital</a:t>
                </a:r>
                <a:r>
                  <a:rPr lang="en-US" sz="2400" dirty="0">
                    <a:solidFill>
                      <a:srgbClr val="24468E"/>
                    </a:solidFill>
                    <a:latin typeface="Arial" panose="020B0604020202020204" pitchFamily="34" charset="0"/>
                    <a:ea typeface="Open Sans" panose="020B0606030504020204" pitchFamily="34" charset="0"/>
                    <a:cs typeface="Arial" panose="020B0604020202020204" pitchFamily="34" charset="0"/>
                  </a:rPr>
                  <a:t> stay </a:t>
                </a:r>
                <a:r>
                  <a:rPr lang="en-US" sz="2400" dirty="0">
                    <a:latin typeface="Arial" panose="020B0604020202020204" pitchFamily="34" charset="0"/>
                    <a:ea typeface="Open Sans" panose="020B0606030504020204" pitchFamily="34" charset="0"/>
                    <a:cs typeface="Arial" panose="020B0604020202020204" pitchFamily="34" charset="0"/>
                  </a:rPr>
                  <a:t>results in an increase of 0.27</a:t>
                </a:r>
              </a:p>
              <a:p>
                <a:pPr marL="342900" indent="-342900">
                  <a:buFont typeface="Arial" panose="020B0604020202020204" pitchFamily="34" charset="0"/>
                  <a:buChar char="•"/>
                </a:pPr>
                <a:r>
                  <a:rPr lang="en-US" sz="2400" dirty="0">
                    <a:latin typeface="Arial" panose="020B0604020202020204" pitchFamily="34" charset="0"/>
                    <a:ea typeface="Open Sans" panose="020B0606030504020204" pitchFamily="34" charset="0"/>
                    <a:cs typeface="Arial" panose="020B0604020202020204" pitchFamily="34" charset="0"/>
                  </a:rPr>
                  <a:t>Hospitals not </a:t>
                </a:r>
                <a:r>
                  <a:rPr lang="en-US" sz="2400" dirty="0">
                    <a:solidFill>
                      <a:srgbClr val="24468E"/>
                    </a:solidFill>
                    <a:latin typeface="Arial" panose="020B0604020202020204" pitchFamily="34" charset="0"/>
                    <a:ea typeface="Open Sans" panose="020B0606030504020204" pitchFamily="34" charset="0"/>
                    <a:cs typeface="Arial" panose="020B0604020202020204" pitchFamily="34" charset="0"/>
                  </a:rPr>
                  <a:t>affiliated with a medical school </a:t>
                </a:r>
                <a:r>
                  <a:rPr lang="en-US" sz="2400" dirty="0">
                    <a:latin typeface="Arial" panose="020B0604020202020204" pitchFamily="34" charset="0"/>
                    <a:ea typeface="Open Sans" panose="020B0606030504020204" pitchFamily="34" charset="0"/>
                    <a:cs typeface="Arial" panose="020B0604020202020204" pitchFamily="34" charset="0"/>
                  </a:rPr>
                  <a:t>show a significant difference in infection rate</a:t>
                </a:r>
                <a:r>
                  <a:rPr lang="en-US" sz="2400" dirty="0">
                    <a:solidFill>
                      <a:srgbClr val="24468E"/>
                    </a:solidFill>
                    <a:latin typeface="Arial" panose="020B0604020202020204" pitchFamily="34" charset="0"/>
                    <a:ea typeface="Open Sans" panose="020B0606030504020204" pitchFamily="34" charset="0"/>
                    <a:cs typeface="Arial" panose="020B0604020202020204" pitchFamily="34" charset="0"/>
                  </a:rPr>
                  <a:t> </a:t>
                </a:r>
                <a:r>
                  <a:rPr lang="en-US" sz="2400" dirty="0">
                    <a:latin typeface="Arial" panose="020B0604020202020204" pitchFamily="34" charset="0"/>
                    <a:ea typeface="Open Sans" panose="020B0606030504020204" pitchFamily="34" charset="0"/>
                    <a:cs typeface="Arial" panose="020B0604020202020204" pitchFamily="34" charset="0"/>
                  </a:rPr>
                  <a:t>when compared to having an affiliation of 0.56</a:t>
                </a:r>
              </a:p>
              <a:p>
                <a:pPr marL="342900" indent="-342900">
                  <a:buFont typeface="Arial" panose="020B0604020202020204" pitchFamily="34" charset="0"/>
                  <a:buChar char="•"/>
                </a:pPr>
                <a:r>
                  <a:rPr lang="en-US" sz="2400" dirty="0">
                    <a:latin typeface="Arial" panose="020B0604020202020204" pitchFamily="34" charset="0"/>
                    <a:ea typeface="Open Sans" panose="020B0606030504020204" pitchFamily="34" charset="0"/>
                    <a:cs typeface="Arial" panose="020B0604020202020204" pitchFamily="34" charset="0"/>
                  </a:rPr>
                  <a:t>Hospitals in the west </a:t>
                </a:r>
                <a:r>
                  <a:rPr lang="en-US" sz="2400" dirty="0">
                    <a:solidFill>
                      <a:srgbClr val="24468E"/>
                    </a:solidFill>
                    <a:latin typeface="Arial" panose="020B0604020202020204" pitchFamily="34" charset="0"/>
                    <a:ea typeface="Open Sans" panose="020B0606030504020204" pitchFamily="34" charset="0"/>
                    <a:cs typeface="Arial" panose="020B0604020202020204" pitchFamily="34" charset="0"/>
                  </a:rPr>
                  <a:t>region </a:t>
                </a:r>
                <a:r>
                  <a:rPr lang="en-US" sz="2400" dirty="0">
                    <a:latin typeface="Arial" panose="020B0604020202020204" pitchFamily="34" charset="0"/>
                    <a:ea typeface="Open Sans" panose="020B0606030504020204" pitchFamily="34" charset="0"/>
                    <a:cs typeface="Arial" panose="020B0604020202020204" pitchFamily="34" charset="0"/>
                  </a:rPr>
                  <a:t>show a significant difference in infection rate when compared to hospitals in the northeast region of 1.01</a:t>
                </a:r>
                <a:endParaRPr lang="en-US" sz="2400" dirty="0">
                  <a:solidFill>
                    <a:srgbClr val="24468E"/>
                  </a:solidFill>
                  <a:latin typeface="Arial" panose="020B0604020202020204" pitchFamily="34" charset="0"/>
                  <a:ea typeface="Open Sans" panose="020B0606030504020204" pitchFamily="34" charset="0"/>
                  <a:cs typeface="Arial" panose="020B0604020202020204" pitchFamily="34" charset="0"/>
                </a:endParaRPr>
              </a:p>
              <a:p>
                <a:pPr marL="342900" indent="-342900">
                  <a:buFont typeface="Arial" panose="020B0604020202020204" pitchFamily="34" charset="0"/>
                  <a:buChar char="•"/>
                </a:pPr>
                <a:endParaRPr lang="en-US" sz="2400" dirty="0">
                  <a:latin typeface="Arial" panose="020B0604020202020204" pitchFamily="34" charset="0"/>
                  <a:ea typeface="Open Sans" panose="020B0606030504020204" pitchFamily="34" charset="0"/>
                  <a:cs typeface="Arial" panose="020B0604020202020204" pitchFamily="34" charset="0"/>
                </a:endParaRPr>
              </a:p>
              <a:p>
                <a:r>
                  <a:rPr lang="en-US" sz="2400" dirty="0">
                    <a:latin typeface="Arial" panose="020B0604020202020204" pitchFamily="34" charset="0"/>
                    <a:ea typeface="Open Sans" panose="020B0606030504020204" pitchFamily="34" charset="0"/>
                    <a:cs typeface="Arial" panose="020B0604020202020204" pitchFamily="34" charset="0"/>
                  </a:rPr>
                  <a:t>Based on the p-value, we reject the null hypothesis in favor of the alternative indicating that at least one predictor significantly influences the infection risk. The model explains 56% of the proportion of variability in hospital-acquired infection.</a:t>
                </a:r>
              </a:p>
            </p:txBody>
          </p:sp>
        </mc:Choice>
        <mc:Fallback xmlns="">
          <p:sp>
            <p:nvSpPr>
              <p:cNvPr id="259" name="TextBox 258">
                <a:extLst>
                  <a:ext uri="{FF2B5EF4-FFF2-40B4-BE49-F238E27FC236}">
                    <a16:creationId xmlns:a16="http://schemas.microsoft.com/office/drawing/2014/main" id="{5BA5B394-92CD-4B3C-9507-4B3F124A5E31}"/>
                  </a:ext>
                </a:extLst>
              </p:cNvPr>
              <p:cNvSpPr txBox="1">
                <a:spLocks noRot="1" noChangeAspect="1" noMove="1" noResize="1" noEditPoints="1" noAdjustHandles="1" noChangeArrowheads="1" noChangeShapeType="1" noTextEdit="1"/>
              </p:cNvSpPr>
              <p:nvPr/>
            </p:nvSpPr>
            <p:spPr>
              <a:xfrm>
                <a:off x="33299400" y="7955603"/>
                <a:ext cx="9601200" cy="9694962"/>
              </a:xfrm>
              <a:prstGeom prst="rect">
                <a:avLst/>
              </a:prstGeom>
              <a:blipFill>
                <a:blip r:embed="rId3"/>
                <a:stretch>
                  <a:fillRect l="-1016" t="-440" r="-508"/>
                </a:stretch>
              </a:blipFill>
            </p:spPr>
            <p:txBody>
              <a:bodyPr/>
              <a:lstStyle/>
              <a:p>
                <a:r>
                  <a:rPr lang="en-US">
                    <a:noFill/>
                  </a:rPr>
                  <a:t> </a:t>
                </a:r>
              </a:p>
            </p:txBody>
          </p:sp>
        </mc:Fallback>
      </mc:AlternateContent>
      <p:pic>
        <p:nvPicPr>
          <p:cNvPr id="22" name="Graphic 21">
            <a:extLst>
              <a:ext uri="{FF2B5EF4-FFF2-40B4-BE49-F238E27FC236}">
                <a16:creationId xmlns:a16="http://schemas.microsoft.com/office/drawing/2014/main" id="{BB3A15C7-A926-58CB-6DCD-A2830E925F0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828802" y="1676402"/>
            <a:ext cx="3886199" cy="4103827"/>
          </a:xfrm>
          <a:prstGeom prst="rect">
            <a:avLst/>
          </a:prstGeom>
          <a:effectLst>
            <a:innerShdw blurRad="63500" dist="50800" dir="8100000">
              <a:prstClr val="black">
                <a:alpha val="50000"/>
              </a:prstClr>
            </a:innerShdw>
          </a:effectLst>
        </p:spPr>
      </p:pic>
      <p:sp>
        <p:nvSpPr>
          <p:cNvPr id="23" name="Rectangle 22">
            <a:extLst>
              <a:ext uri="{FF2B5EF4-FFF2-40B4-BE49-F238E27FC236}">
                <a16:creationId xmlns:a16="http://schemas.microsoft.com/office/drawing/2014/main" id="{6589AF1D-A838-7985-B19C-3C83165D4330}"/>
              </a:ext>
            </a:extLst>
          </p:cNvPr>
          <p:cNvSpPr/>
          <p:nvPr/>
        </p:nvSpPr>
        <p:spPr>
          <a:xfrm>
            <a:off x="33070800" y="22062786"/>
            <a:ext cx="10058400" cy="46834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1pPr>
            <a:lvl2pPr marL="4572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2pPr>
            <a:lvl3pPr marL="9144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3pPr>
            <a:lvl4pPr marL="13716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4pPr>
            <a:lvl5pPr marL="18288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5pPr>
            <a:lvl6pPr marL="22860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6pPr>
            <a:lvl7pPr marL="27432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7pPr>
            <a:lvl8pPr marL="32004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8pPr>
            <a:lvl9pPr marL="36576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9pPr>
          </a:lstStyle>
          <a:p>
            <a:pPr algn="ctr"/>
            <a:endParaRPr lang="en-US" sz="9600" dirty="0">
              <a:effectLst/>
              <a:latin typeface="+mj-lt"/>
            </a:endParaRPr>
          </a:p>
        </p:txBody>
      </p:sp>
      <p:sp>
        <p:nvSpPr>
          <p:cNvPr id="24" name="TextBox 19">
            <a:extLst>
              <a:ext uri="{FF2B5EF4-FFF2-40B4-BE49-F238E27FC236}">
                <a16:creationId xmlns:a16="http://schemas.microsoft.com/office/drawing/2014/main" id="{F81F7D54-151B-BE72-12E3-544ADDEFCAC9}"/>
              </a:ext>
            </a:extLst>
          </p:cNvPr>
          <p:cNvSpPr txBox="1">
            <a:spLocks noChangeArrowheads="1"/>
          </p:cNvSpPr>
          <p:nvPr/>
        </p:nvSpPr>
        <p:spPr bwMode="auto">
          <a:xfrm>
            <a:off x="33296944" y="23265505"/>
            <a:ext cx="9601200" cy="30469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8" tIns="45709" rIns="91418" bIns="45709">
            <a:spAutoFit/>
          </a:bodyPr>
          <a:lstStyle>
            <a:defPPr>
              <a:defRPr lang="en-US"/>
            </a:defPPr>
            <a:lvl1pPr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5pPr>
            <a:lvl6pPr marL="22860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6pPr>
            <a:lvl7pPr marL="27432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7pPr>
            <a:lvl8pPr marL="32004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8pPr>
            <a:lvl9pPr marL="36576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9pPr>
          </a:lstStyle>
          <a:p>
            <a:pPr algn="l"/>
            <a:r>
              <a:rPr lang="en-US" dirty="0">
                <a:solidFill>
                  <a:srgbClr val="000000"/>
                </a:solidFill>
                <a:effectLst/>
                <a:latin typeface="Arial" panose="020B0604020202020204" pitchFamily="34" charset="0"/>
                <a:cs typeface="Arial" panose="020B0604020202020204" pitchFamily="34" charset="0"/>
              </a:rPr>
              <a:t>Centers for Disease Control and Prevention. (1993, October 23). Environmental lead protoporphyrin screening: United States, 1988-1991. Morbidity and Mortality Weekly Report, 42(41), 797-799. Retrieved from https://www.cdc.gov/mmwr/preview/mmwrhtml/00017800.htm</a:t>
            </a:r>
          </a:p>
          <a:p>
            <a:pPr algn="l"/>
            <a:endParaRPr lang="en-US" dirty="0">
              <a:solidFill>
                <a:srgbClr val="000000"/>
              </a:solidFill>
              <a:effectLst/>
              <a:latin typeface="Arial" panose="020B0604020202020204" pitchFamily="34" charset="0"/>
              <a:ea typeface="Open Sans" panose="020B0606030504020204" pitchFamily="34" charset="0"/>
              <a:cs typeface="Arial" panose="020B0604020202020204" pitchFamily="34" charset="0"/>
            </a:endParaRPr>
          </a:p>
          <a:p>
            <a:pPr algn="l"/>
            <a:r>
              <a:rPr lang="en-US" dirty="0">
                <a:effectLst/>
                <a:latin typeface="Arial" panose="020B0604020202020204" pitchFamily="34" charset="0"/>
                <a:ea typeface="Open Sans" panose="020B0606030504020204" pitchFamily="34" charset="0"/>
                <a:cs typeface="Arial" panose="020B0604020202020204" pitchFamily="34" charset="0"/>
              </a:rPr>
              <a:t>Lloyd R. Jaisingh. "Applied Statistics in Business &amp; Economics, 6th edition." PowerPoint Presentation.</a:t>
            </a:r>
          </a:p>
        </p:txBody>
      </p:sp>
      <p:sp>
        <p:nvSpPr>
          <p:cNvPr id="25" name="Rectangle 24">
            <a:extLst>
              <a:ext uri="{FF2B5EF4-FFF2-40B4-BE49-F238E27FC236}">
                <a16:creationId xmlns:a16="http://schemas.microsoft.com/office/drawing/2014/main" id="{A4B39855-E971-F5DC-515A-A97BC735BA21}"/>
              </a:ext>
            </a:extLst>
          </p:cNvPr>
          <p:cNvSpPr>
            <a:spLocks noChangeArrowheads="1"/>
          </p:cNvSpPr>
          <p:nvPr/>
        </p:nvSpPr>
        <p:spPr bwMode="auto">
          <a:xfrm>
            <a:off x="33070800" y="22062783"/>
            <a:ext cx="10058400" cy="856940"/>
          </a:xfrm>
          <a:prstGeom prst="rect">
            <a:avLst/>
          </a:prstGeom>
          <a:solidFill>
            <a:srgbClr val="24468E"/>
          </a:solidFill>
          <a:ln w="12700">
            <a:noFill/>
            <a:miter lim="800000"/>
          </a:ln>
        </p:spPr>
        <p:txBody>
          <a:bodyPr wrap="none" lIns="274320" tIns="73152" rIns="274320" bIns="68563" anchor="ctr" anchorCtr="0"/>
          <a:lstStyle>
            <a:defPPr>
              <a:defRPr lang="en-US"/>
            </a:defPPr>
            <a:lvl1pPr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5pPr>
            <a:lvl6pPr marL="22860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6pPr>
            <a:lvl7pPr marL="27432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7pPr>
            <a:lvl8pPr marL="32004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8pPr>
            <a:lvl9pPr marL="36576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9pPr>
          </a:lstStyle>
          <a:p>
            <a:pPr defTabSz="4702588">
              <a:defRPr/>
            </a:pPr>
            <a:r>
              <a:rPr lang="en-US" sz="3600" b="1" dirty="0">
                <a:solidFill>
                  <a:schemeClr val="bg1"/>
                </a:solidFill>
                <a:effectLst/>
                <a:latin typeface="+mj-lt"/>
              </a:rPr>
              <a:t>References</a:t>
            </a:r>
          </a:p>
        </p:txBody>
      </p:sp>
      <p:pic>
        <p:nvPicPr>
          <p:cNvPr id="6" name="Picture 5">
            <a:extLst>
              <a:ext uri="{FF2B5EF4-FFF2-40B4-BE49-F238E27FC236}">
                <a16:creationId xmlns:a16="http://schemas.microsoft.com/office/drawing/2014/main" id="{12CE72E8-DF84-ACB5-3E85-B1C3E7B3BF50}"/>
              </a:ext>
            </a:extLst>
          </p:cNvPr>
          <p:cNvPicPr>
            <a:picLocks noChangeAspect="1"/>
          </p:cNvPicPr>
          <p:nvPr/>
        </p:nvPicPr>
        <p:blipFill rotWithShape="1">
          <a:blip r:embed="rId6"/>
          <a:srcRect t="9615"/>
          <a:stretch/>
        </p:blipFill>
        <p:spPr>
          <a:xfrm>
            <a:off x="11264844" y="20120739"/>
            <a:ext cx="10430232" cy="3505200"/>
          </a:xfrm>
          <a:prstGeom prst="rect">
            <a:avLst/>
          </a:prstGeom>
          <a:ln>
            <a:noFill/>
          </a:ln>
        </p:spPr>
      </p:pic>
      <p:sp>
        <p:nvSpPr>
          <p:cNvPr id="9" name="Rectangle 8">
            <a:extLst>
              <a:ext uri="{FF2B5EF4-FFF2-40B4-BE49-F238E27FC236}">
                <a16:creationId xmlns:a16="http://schemas.microsoft.com/office/drawing/2014/main" id="{6CDCAB22-37A6-E3C7-EF43-22C98498860B}"/>
              </a:ext>
            </a:extLst>
          </p:cNvPr>
          <p:cNvSpPr/>
          <p:nvPr/>
        </p:nvSpPr>
        <p:spPr>
          <a:xfrm>
            <a:off x="33070800" y="19102549"/>
            <a:ext cx="10058400" cy="21505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1pPr>
            <a:lvl2pPr marL="4572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2pPr>
            <a:lvl3pPr marL="9144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3pPr>
            <a:lvl4pPr marL="13716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4pPr>
            <a:lvl5pPr marL="18288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5pPr>
            <a:lvl6pPr marL="22860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6pPr>
            <a:lvl7pPr marL="27432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7pPr>
            <a:lvl8pPr marL="32004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8pPr>
            <a:lvl9pPr marL="36576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9pPr>
          </a:lstStyle>
          <a:p>
            <a:pPr algn="ctr"/>
            <a:endParaRPr lang="en-US" sz="9600">
              <a:effectLst/>
              <a:latin typeface="+mj-lt"/>
            </a:endParaRPr>
          </a:p>
        </p:txBody>
      </p:sp>
      <p:sp>
        <p:nvSpPr>
          <p:cNvPr id="10" name="Rectangle 9">
            <a:extLst>
              <a:ext uri="{FF2B5EF4-FFF2-40B4-BE49-F238E27FC236}">
                <a16:creationId xmlns:a16="http://schemas.microsoft.com/office/drawing/2014/main" id="{51F87DB0-94F9-A21A-E931-A44D52694280}"/>
              </a:ext>
            </a:extLst>
          </p:cNvPr>
          <p:cNvSpPr>
            <a:spLocks noChangeArrowheads="1"/>
          </p:cNvSpPr>
          <p:nvPr/>
        </p:nvSpPr>
        <p:spPr bwMode="auto">
          <a:xfrm>
            <a:off x="33070800" y="18669000"/>
            <a:ext cx="10058400" cy="856940"/>
          </a:xfrm>
          <a:prstGeom prst="rect">
            <a:avLst/>
          </a:prstGeom>
          <a:solidFill>
            <a:srgbClr val="24468E"/>
          </a:solidFill>
          <a:ln w="12700">
            <a:noFill/>
            <a:miter lim="800000"/>
          </a:ln>
        </p:spPr>
        <p:txBody>
          <a:bodyPr wrap="none" lIns="274320" tIns="73152" rIns="274320" bIns="68563" anchor="ctr" anchorCtr="0"/>
          <a:lstStyle>
            <a:defPPr>
              <a:defRPr lang="en-US"/>
            </a:defPPr>
            <a:lvl1pPr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5pPr>
            <a:lvl6pPr marL="22860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6pPr>
            <a:lvl7pPr marL="27432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7pPr>
            <a:lvl8pPr marL="32004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8pPr>
            <a:lvl9pPr marL="36576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9pPr>
          </a:lstStyle>
          <a:p>
            <a:pPr defTabSz="4702588">
              <a:defRPr/>
            </a:pPr>
            <a:r>
              <a:rPr lang="en-US" sz="3600" b="1" dirty="0">
                <a:solidFill>
                  <a:schemeClr val="bg1"/>
                </a:solidFill>
                <a:effectLst/>
                <a:latin typeface="+mn-lt"/>
              </a:rPr>
              <a:t>Discussion</a:t>
            </a:r>
          </a:p>
        </p:txBody>
      </p:sp>
      <p:sp>
        <p:nvSpPr>
          <p:cNvPr id="11" name="Text Box 6">
            <a:extLst>
              <a:ext uri="{FF2B5EF4-FFF2-40B4-BE49-F238E27FC236}">
                <a16:creationId xmlns:a16="http://schemas.microsoft.com/office/drawing/2014/main" id="{78380B70-9F0E-3DE9-54FE-5B421EA8E8AF}"/>
              </a:ext>
            </a:extLst>
          </p:cNvPr>
          <p:cNvSpPr txBox="1">
            <a:spLocks noChangeArrowheads="1"/>
          </p:cNvSpPr>
          <p:nvPr/>
        </p:nvSpPr>
        <p:spPr bwMode="auto">
          <a:xfrm>
            <a:off x="33299400" y="19916614"/>
            <a:ext cx="9601200" cy="8771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37160" tIns="68580" rIns="137160" bIns="68580">
            <a:spAutoFit/>
          </a:bodyPr>
          <a:lstStyle>
            <a:defPPr>
              <a:defRPr kern="1200"/>
            </a:defPPr>
            <a:lvl1pPr defTabSz="4703763" eaLnBrk="0" hangingPunct="0">
              <a:defRPr sz="9300">
                <a:solidFill>
                  <a:schemeClr val="tx1"/>
                </a:solidFill>
                <a:latin typeface="Arial"/>
              </a:defRPr>
            </a:lvl1pPr>
            <a:lvl2pPr marL="742950" indent="-285750" defTabSz="4703763" eaLnBrk="0" hangingPunct="0">
              <a:defRPr sz="9300">
                <a:solidFill>
                  <a:schemeClr val="tx1"/>
                </a:solidFill>
                <a:latin typeface="Arial"/>
              </a:defRPr>
            </a:lvl2pPr>
            <a:lvl3pPr marL="1143000" indent="-228600" defTabSz="4703763" eaLnBrk="0" hangingPunct="0">
              <a:defRPr sz="9300">
                <a:solidFill>
                  <a:schemeClr val="tx1"/>
                </a:solidFill>
                <a:latin typeface="Arial"/>
              </a:defRPr>
            </a:lvl3pPr>
            <a:lvl4pPr marL="1600200" indent="-228600" defTabSz="4703763" eaLnBrk="0" hangingPunct="0">
              <a:defRPr sz="9300">
                <a:solidFill>
                  <a:schemeClr val="tx1"/>
                </a:solidFill>
                <a:latin typeface="Arial"/>
              </a:defRPr>
            </a:lvl4pPr>
            <a:lvl5pPr marL="2057400" indent="-228600" defTabSz="4703763" eaLnBrk="0" hangingPunct="0">
              <a:defRPr sz="9300">
                <a:solidFill>
                  <a:schemeClr val="tx1"/>
                </a:solidFill>
                <a:latin typeface="Arial"/>
              </a:defRPr>
            </a:lvl5pPr>
            <a:lvl6pPr marL="2514600" indent="-228600" defTabSz="4703763" eaLnBrk="0" fontAlgn="base" hangingPunct="0">
              <a:spcBef>
                <a:spcPct val="0"/>
              </a:spcBef>
              <a:spcAft>
                <a:spcPct val="0"/>
              </a:spcAft>
              <a:defRPr sz="9300">
                <a:solidFill>
                  <a:schemeClr val="tx1"/>
                </a:solidFill>
                <a:latin typeface="Arial"/>
              </a:defRPr>
            </a:lvl6pPr>
            <a:lvl7pPr marL="2971800" indent="-228600" defTabSz="4703763" eaLnBrk="0" fontAlgn="base" hangingPunct="0">
              <a:spcBef>
                <a:spcPct val="0"/>
              </a:spcBef>
              <a:spcAft>
                <a:spcPct val="0"/>
              </a:spcAft>
              <a:defRPr sz="9300">
                <a:solidFill>
                  <a:schemeClr val="tx1"/>
                </a:solidFill>
                <a:latin typeface="Arial"/>
              </a:defRPr>
            </a:lvl7pPr>
            <a:lvl8pPr marL="3429000" indent="-228600" defTabSz="4703763" eaLnBrk="0" fontAlgn="base" hangingPunct="0">
              <a:spcBef>
                <a:spcPct val="0"/>
              </a:spcBef>
              <a:spcAft>
                <a:spcPct val="0"/>
              </a:spcAft>
              <a:defRPr sz="9300">
                <a:solidFill>
                  <a:schemeClr val="tx1"/>
                </a:solidFill>
                <a:latin typeface="Arial"/>
              </a:defRPr>
            </a:lvl8pPr>
            <a:lvl9pPr marL="3886200" indent="-228600" defTabSz="4703763" eaLnBrk="0" fontAlgn="base" hangingPunct="0">
              <a:spcBef>
                <a:spcPct val="0"/>
              </a:spcBef>
              <a:spcAft>
                <a:spcPct val="0"/>
              </a:spcAft>
              <a:defRPr sz="9300">
                <a:solidFill>
                  <a:schemeClr val="tx1"/>
                </a:solidFill>
                <a:latin typeface="Arial"/>
              </a:defRPr>
            </a:lvl9pPr>
          </a:lstStyle>
          <a:p>
            <a:r>
              <a:rPr lang="en-US" sz="2400" dirty="0">
                <a:latin typeface="Arial" panose="020B0604020202020204" pitchFamily="34" charset="0"/>
                <a:ea typeface="Open Sans" panose="020B0606030504020204" pitchFamily="34" charset="0"/>
                <a:cs typeface="Arial" panose="020B0604020202020204" pitchFamily="34" charset="0"/>
              </a:rPr>
              <a:t>For future research we recommend including interactions between predictors which could potentially improve the R squared value.</a:t>
            </a:r>
          </a:p>
        </p:txBody>
      </p:sp>
      <p:pic>
        <p:nvPicPr>
          <p:cNvPr id="13" name="Picture 12">
            <a:extLst>
              <a:ext uri="{FF2B5EF4-FFF2-40B4-BE49-F238E27FC236}">
                <a16:creationId xmlns:a16="http://schemas.microsoft.com/office/drawing/2014/main" id="{0D066C2B-D47F-6638-29DE-824557F793C2}"/>
              </a:ext>
            </a:extLst>
          </p:cNvPr>
          <p:cNvPicPr>
            <a:picLocks noChangeAspect="1"/>
          </p:cNvPicPr>
          <p:nvPr/>
        </p:nvPicPr>
        <p:blipFill rotWithShape="1">
          <a:blip r:embed="rId7"/>
          <a:srcRect t="5543"/>
          <a:stretch/>
        </p:blipFill>
        <p:spPr>
          <a:xfrm>
            <a:off x="22631400" y="26109914"/>
            <a:ext cx="9431476" cy="5075758"/>
          </a:xfrm>
          <a:prstGeom prst="rect">
            <a:avLst/>
          </a:prstGeom>
          <a:ln>
            <a:noFill/>
          </a:ln>
        </p:spPr>
      </p:pic>
      <p:pic>
        <p:nvPicPr>
          <p:cNvPr id="17" name="Picture 16">
            <a:extLst>
              <a:ext uri="{FF2B5EF4-FFF2-40B4-BE49-F238E27FC236}">
                <a16:creationId xmlns:a16="http://schemas.microsoft.com/office/drawing/2014/main" id="{BA578579-7D6F-4CB0-0229-8F902120F0EB}"/>
              </a:ext>
            </a:extLst>
          </p:cNvPr>
          <p:cNvPicPr>
            <a:picLocks noChangeAspect="1"/>
          </p:cNvPicPr>
          <p:nvPr/>
        </p:nvPicPr>
        <p:blipFill rotWithShape="1">
          <a:blip r:embed="rId8"/>
          <a:srcRect t="29697"/>
          <a:stretch/>
        </p:blipFill>
        <p:spPr>
          <a:xfrm>
            <a:off x="22406508" y="15964390"/>
            <a:ext cx="9826092" cy="1866408"/>
          </a:xfrm>
          <a:prstGeom prst="rect">
            <a:avLst/>
          </a:prstGeom>
        </p:spPr>
      </p:pic>
      <p:pic>
        <p:nvPicPr>
          <p:cNvPr id="19" name="Picture 18">
            <a:extLst>
              <a:ext uri="{FF2B5EF4-FFF2-40B4-BE49-F238E27FC236}">
                <a16:creationId xmlns:a16="http://schemas.microsoft.com/office/drawing/2014/main" id="{A9234813-658B-A929-2672-64404370D04E}"/>
              </a:ext>
            </a:extLst>
          </p:cNvPr>
          <p:cNvPicPr>
            <a:picLocks noChangeAspect="1"/>
          </p:cNvPicPr>
          <p:nvPr/>
        </p:nvPicPr>
        <p:blipFill rotWithShape="1">
          <a:blip r:embed="rId9"/>
          <a:srcRect t="7478"/>
          <a:stretch/>
        </p:blipFill>
        <p:spPr>
          <a:xfrm>
            <a:off x="11125683" y="26107311"/>
            <a:ext cx="10392579" cy="5105400"/>
          </a:xfrm>
          <a:prstGeom prst="rect">
            <a:avLst/>
          </a:prstGeom>
          <a:ln>
            <a:noFill/>
          </a:ln>
        </p:spPr>
      </p:pic>
      <p:sp>
        <p:nvSpPr>
          <p:cNvPr id="28" name="Rectangle 27">
            <a:extLst>
              <a:ext uri="{FF2B5EF4-FFF2-40B4-BE49-F238E27FC236}">
                <a16:creationId xmlns:a16="http://schemas.microsoft.com/office/drawing/2014/main" id="{EDB207F3-1908-6857-BB73-7845C4FE0BF3}"/>
              </a:ext>
            </a:extLst>
          </p:cNvPr>
          <p:cNvSpPr/>
          <p:nvPr/>
        </p:nvSpPr>
        <p:spPr>
          <a:xfrm>
            <a:off x="609602" y="23575734"/>
            <a:ext cx="9319403" cy="85806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1pPr>
            <a:lvl2pPr marL="4572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2pPr>
            <a:lvl3pPr marL="9144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3pPr>
            <a:lvl4pPr marL="13716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4pPr>
            <a:lvl5pPr marL="1828800" algn="l" rtl="0" eaLnBrk="0" fontAlgn="base" hangingPunct="0">
              <a:spcBef>
                <a:spcPct val="0"/>
              </a:spcBef>
              <a:spcAft>
                <a:spcPct val="0"/>
              </a:spcAft>
              <a:defRPr sz="2400" kern="1200">
                <a:solidFill>
                  <a:schemeClr val="lt1"/>
                </a:solidFill>
                <a:effectLst>
                  <a:outerShdw blurRad="38100" dist="38100" dir="2700000" algn="tl">
                    <a:srgbClr val="000000">
                      <a:alpha val="43137"/>
                    </a:srgbClr>
                  </a:outerShdw>
                </a:effectLst>
                <a:latin typeface="+mn-lt"/>
                <a:ea typeface="+mn-ea"/>
                <a:cs typeface="+mn-cs"/>
              </a:defRPr>
            </a:lvl5pPr>
            <a:lvl6pPr marL="22860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6pPr>
            <a:lvl7pPr marL="27432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7pPr>
            <a:lvl8pPr marL="32004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8pPr>
            <a:lvl9pPr marL="3657600" algn="l" defTabSz="914400" rtl="0" eaLnBrk="1" latinLnBrk="0" hangingPunct="1">
              <a:defRPr sz="2400" kern="1200">
                <a:solidFill>
                  <a:schemeClr val="lt1"/>
                </a:solidFill>
                <a:effectLst>
                  <a:outerShdw blurRad="38100" dist="38100" dir="2700000" algn="tl">
                    <a:srgbClr val="000000">
                      <a:alpha val="43137"/>
                    </a:srgbClr>
                  </a:outerShdw>
                </a:effectLst>
                <a:latin typeface="+mn-lt"/>
                <a:ea typeface="+mn-ea"/>
                <a:cs typeface="+mn-cs"/>
              </a:defRPr>
            </a:lvl9pPr>
          </a:lstStyle>
          <a:p>
            <a:pPr algn="ctr"/>
            <a:endParaRPr lang="en-US" sz="9600">
              <a:effectLst/>
              <a:latin typeface="+mj-lt"/>
            </a:endParaRPr>
          </a:p>
        </p:txBody>
      </p:sp>
      <p:sp>
        <p:nvSpPr>
          <p:cNvPr id="29" name="Rectangle 28">
            <a:extLst>
              <a:ext uri="{FF2B5EF4-FFF2-40B4-BE49-F238E27FC236}">
                <a16:creationId xmlns:a16="http://schemas.microsoft.com/office/drawing/2014/main" id="{EE224154-8040-FA4B-5DBA-88ECA3599C31}"/>
              </a:ext>
            </a:extLst>
          </p:cNvPr>
          <p:cNvSpPr>
            <a:spLocks noChangeArrowheads="1"/>
          </p:cNvSpPr>
          <p:nvPr/>
        </p:nvSpPr>
        <p:spPr bwMode="auto">
          <a:xfrm>
            <a:off x="609602" y="23142187"/>
            <a:ext cx="9319403" cy="856940"/>
          </a:xfrm>
          <a:prstGeom prst="rect">
            <a:avLst/>
          </a:prstGeom>
          <a:solidFill>
            <a:srgbClr val="24468E"/>
          </a:solidFill>
          <a:ln w="12700">
            <a:noFill/>
            <a:miter lim="800000"/>
          </a:ln>
        </p:spPr>
        <p:txBody>
          <a:bodyPr wrap="none" lIns="274320" tIns="73152" rIns="274320" bIns="68563" anchor="ctr" anchorCtr="0"/>
          <a:lstStyle>
            <a:defPPr>
              <a:defRPr lang="en-US"/>
            </a:defPPr>
            <a:lvl1pPr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5pPr>
            <a:lvl6pPr marL="22860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6pPr>
            <a:lvl7pPr marL="27432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7pPr>
            <a:lvl8pPr marL="32004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8pPr>
            <a:lvl9pPr marL="36576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9pPr>
          </a:lstStyle>
          <a:p>
            <a:pPr defTabSz="4702588">
              <a:defRPr/>
            </a:pPr>
            <a:r>
              <a:rPr lang="en-US" sz="3600" b="1" dirty="0">
                <a:solidFill>
                  <a:schemeClr val="bg1"/>
                </a:solidFill>
                <a:effectLst/>
                <a:latin typeface="+mn-lt"/>
              </a:rPr>
              <a:t>Methodology</a:t>
            </a:r>
          </a:p>
        </p:txBody>
      </p:sp>
      <p:sp>
        <p:nvSpPr>
          <p:cNvPr id="30" name="Text Box 6">
            <a:extLst>
              <a:ext uri="{FF2B5EF4-FFF2-40B4-BE49-F238E27FC236}">
                <a16:creationId xmlns:a16="http://schemas.microsoft.com/office/drawing/2014/main" id="{6FBA57C4-4A13-E6D9-FDCF-159C61D8FCA1}"/>
              </a:ext>
            </a:extLst>
          </p:cNvPr>
          <p:cNvSpPr txBox="1">
            <a:spLocks noChangeArrowheads="1"/>
          </p:cNvSpPr>
          <p:nvPr/>
        </p:nvSpPr>
        <p:spPr bwMode="auto">
          <a:xfrm>
            <a:off x="838200" y="24323485"/>
            <a:ext cx="8895794" cy="78329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37160" tIns="68580" rIns="137160" bIns="68580">
            <a:spAutoFit/>
          </a:bodyPr>
          <a:lstStyle>
            <a:defPPr>
              <a:defRPr kern="1200"/>
            </a:defPPr>
            <a:lvl1pPr defTabSz="4703763" eaLnBrk="0" hangingPunct="0">
              <a:defRPr sz="9300">
                <a:solidFill>
                  <a:schemeClr val="tx1"/>
                </a:solidFill>
                <a:latin typeface="Arial"/>
              </a:defRPr>
            </a:lvl1pPr>
            <a:lvl2pPr marL="742950" indent="-285750" defTabSz="4703763" eaLnBrk="0" hangingPunct="0">
              <a:defRPr sz="9300">
                <a:solidFill>
                  <a:schemeClr val="tx1"/>
                </a:solidFill>
                <a:latin typeface="Arial"/>
              </a:defRPr>
            </a:lvl2pPr>
            <a:lvl3pPr marL="1143000" indent="-228600" defTabSz="4703763" eaLnBrk="0" hangingPunct="0">
              <a:defRPr sz="9300">
                <a:solidFill>
                  <a:schemeClr val="tx1"/>
                </a:solidFill>
                <a:latin typeface="Arial"/>
              </a:defRPr>
            </a:lvl3pPr>
            <a:lvl4pPr marL="1600200" indent="-228600" defTabSz="4703763" eaLnBrk="0" hangingPunct="0">
              <a:defRPr sz="9300">
                <a:solidFill>
                  <a:schemeClr val="tx1"/>
                </a:solidFill>
                <a:latin typeface="Arial"/>
              </a:defRPr>
            </a:lvl4pPr>
            <a:lvl5pPr marL="2057400" indent="-228600" defTabSz="4703763" eaLnBrk="0" hangingPunct="0">
              <a:defRPr sz="9300">
                <a:solidFill>
                  <a:schemeClr val="tx1"/>
                </a:solidFill>
                <a:latin typeface="Arial"/>
              </a:defRPr>
            </a:lvl5pPr>
            <a:lvl6pPr marL="2514600" indent="-228600" defTabSz="4703763" eaLnBrk="0" fontAlgn="base" hangingPunct="0">
              <a:spcBef>
                <a:spcPct val="0"/>
              </a:spcBef>
              <a:spcAft>
                <a:spcPct val="0"/>
              </a:spcAft>
              <a:defRPr sz="9300">
                <a:solidFill>
                  <a:schemeClr val="tx1"/>
                </a:solidFill>
                <a:latin typeface="Arial"/>
              </a:defRPr>
            </a:lvl6pPr>
            <a:lvl7pPr marL="2971800" indent="-228600" defTabSz="4703763" eaLnBrk="0" fontAlgn="base" hangingPunct="0">
              <a:spcBef>
                <a:spcPct val="0"/>
              </a:spcBef>
              <a:spcAft>
                <a:spcPct val="0"/>
              </a:spcAft>
              <a:defRPr sz="9300">
                <a:solidFill>
                  <a:schemeClr val="tx1"/>
                </a:solidFill>
                <a:latin typeface="Arial"/>
              </a:defRPr>
            </a:lvl7pPr>
            <a:lvl8pPr marL="3429000" indent="-228600" defTabSz="4703763" eaLnBrk="0" fontAlgn="base" hangingPunct="0">
              <a:spcBef>
                <a:spcPct val="0"/>
              </a:spcBef>
              <a:spcAft>
                <a:spcPct val="0"/>
              </a:spcAft>
              <a:defRPr sz="9300">
                <a:solidFill>
                  <a:schemeClr val="tx1"/>
                </a:solidFill>
                <a:latin typeface="Arial"/>
              </a:defRPr>
            </a:lvl8pPr>
            <a:lvl9pPr marL="3886200" indent="-228600" defTabSz="4703763" eaLnBrk="0" fontAlgn="base" hangingPunct="0">
              <a:spcBef>
                <a:spcPct val="0"/>
              </a:spcBef>
              <a:spcAft>
                <a:spcPct val="0"/>
              </a:spcAft>
              <a:defRPr sz="9300">
                <a:solidFill>
                  <a:schemeClr val="tx1"/>
                </a:solidFill>
                <a:latin typeface="Arial"/>
              </a:defRPr>
            </a:lvl9pPr>
          </a:lstStyle>
          <a:p>
            <a:r>
              <a:rPr lang="en-US" sz="2400" dirty="0">
                <a:latin typeface="Arial" panose="020B0604020202020204" pitchFamily="34" charset="0"/>
                <a:ea typeface="Open Sans" panose="020B0606030504020204" pitchFamily="34" charset="0"/>
                <a:cs typeface="Arial" panose="020B0604020202020204" pitchFamily="34" charset="0"/>
              </a:rPr>
              <a:t>All statistical analysis was conducted using R programming and all results were exported as a “.csv”. Data visualizations were created using Microsoft Power BI.</a:t>
            </a:r>
          </a:p>
          <a:p>
            <a:endParaRPr lang="en-US" sz="1000" dirty="0">
              <a:latin typeface="Arial" panose="020B0604020202020204" pitchFamily="34" charset="0"/>
              <a:ea typeface="Open Sans" panose="020B0606030504020204" pitchFamily="34" charset="0"/>
              <a:cs typeface="Arial" panose="020B0604020202020204" pitchFamily="34" charset="0"/>
            </a:endParaRPr>
          </a:p>
          <a:p>
            <a:r>
              <a:rPr lang="en-US" sz="2400" dirty="0">
                <a:latin typeface="Arial" panose="020B0604020202020204" pitchFamily="34" charset="0"/>
                <a:ea typeface="Open Sans" panose="020B0606030504020204" pitchFamily="34" charset="0"/>
                <a:cs typeface="Arial" panose="020B0604020202020204" pitchFamily="34" charset="0"/>
              </a:rPr>
              <a:t>Correlational Analysis:</a:t>
            </a:r>
          </a:p>
          <a:p>
            <a:pPr marL="285750" indent="-285750">
              <a:buFont typeface="Arial" panose="020B0604020202020204" pitchFamily="34" charset="0"/>
              <a:buChar char="•"/>
            </a:pPr>
            <a:r>
              <a:rPr lang="en-US" sz="2400" dirty="0">
                <a:latin typeface="Arial" panose="020B0604020202020204" pitchFamily="34" charset="0"/>
                <a:ea typeface="Open Sans" panose="020B0606030504020204" pitchFamily="34" charset="0"/>
                <a:cs typeface="Arial" panose="020B0604020202020204" pitchFamily="34" charset="0"/>
              </a:rPr>
              <a:t>Before we initialized our model, we analyzed our predictors to identify possible correlation that could influence our results. We produced a matrix to show correlation coefficients for all pairs possible.</a:t>
            </a:r>
          </a:p>
          <a:p>
            <a:endParaRPr lang="en-US" sz="1000" dirty="0">
              <a:latin typeface="Arial" panose="020B0604020202020204" pitchFamily="34" charset="0"/>
              <a:ea typeface="Open Sans" panose="020B0606030504020204" pitchFamily="34" charset="0"/>
              <a:cs typeface="Arial" panose="020B0604020202020204" pitchFamily="34" charset="0"/>
            </a:endParaRPr>
          </a:p>
          <a:p>
            <a:r>
              <a:rPr lang="en-US" sz="2400" dirty="0">
                <a:latin typeface="Arial" panose="020B0604020202020204" pitchFamily="34" charset="0"/>
                <a:ea typeface="Open Sans" panose="020B0606030504020204" pitchFamily="34" charset="0"/>
                <a:cs typeface="Arial" panose="020B0604020202020204" pitchFamily="34" charset="0"/>
              </a:rPr>
              <a:t>Simple and Multiple Linear Regression:</a:t>
            </a:r>
          </a:p>
          <a:p>
            <a:pPr marL="285750" indent="-285750">
              <a:buFont typeface="Arial" panose="020B0604020202020204" pitchFamily="34" charset="0"/>
              <a:buChar char="•"/>
            </a:pPr>
            <a:r>
              <a:rPr lang="en-US" sz="2400" dirty="0">
                <a:latin typeface="Arial" panose="020B0604020202020204" pitchFamily="34" charset="0"/>
                <a:ea typeface="Open Sans" panose="020B0606030504020204" pitchFamily="34" charset="0"/>
                <a:cs typeface="Arial" panose="020B0604020202020204" pitchFamily="34" charset="0"/>
              </a:rPr>
              <a:t>We conducted both simple and multiple linear regression analysis to better understand the relationships between predictors and response. During this phase, we did not identify concerns regarding assumptions, however, multicollinearity amongst certain predictors were discovered.</a:t>
            </a:r>
          </a:p>
          <a:p>
            <a:endParaRPr lang="en-US" sz="1000" dirty="0">
              <a:latin typeface="Arial" panose="020B0604020202020204" pitchFamily="34" charset="0"/>
              <a:ea typeface="Open Sans" panose="020B0606030504020204" pitchFamily="34" charset="0"/>
              <a:cs typeface="Arial" panose="020B0604020202020204" pitchFamily="34" charset="0"/>
            </a:endParaRPr>
          </a:p>
          <a:p>
            <a:r>
              <a:rPr lang="en-US" sz="2400" dirty="0">
                <a:latin typeface="Arial" panose="020B0604020202020204" pitchFamily="34" charset="0"/>
                <a:ea typeface="Open Sans" panose="020B0606030504020204" pitchFamily="34" charset="0"/>
                <a:cs typeface="Arial" panose="020B0604020202020204" pitchFamily="34" charset="0"/>
              </a:rPr>
              <a:t>Stepwise AIC Multiple Linear Regression:</a:t>
            </a:r>
          </a:p>
          <a:p>
            <a:pPr marL="285750" indent="-285750">
              <a:buFont typeface="Arial" panose="020B0604020202020204" pitchFamily="34" charset="0"/>
              <a:buChar char="•"/>
            </a:pPr>
            <a:r>
              <a:rPr lang="en-US" sz="2400" dirty="0">
                <a:latin typeface="Arial" panose="020B0604020202020204" pitchFamily="34" charset="0"/>
                <a:ea typeface="Open Sans" panose="020B0606030504020204" pitchFamily="34" charset="0"/>
                <a:cs typeface="Arial" panose="020B0604020202020204" pitchFamily="34" charset="0"/>
              </a:rPr>
              <a:t>The stepwise approach allows for the systematic inclusion and exclusion of continuous variables based on their statistical significance, by backward elimination and forward selection.</a:t>
            </a:r>
          </a:p>
        </p:txBody>
      </p:sp>
      <p:pic>
        <p:nvPicPr>
          <p:cNvPr id="34" name="Picture 33">
            <a:extLst>
              <a:ext uri="{FF2B5EF4-FFF2-40B4-BE49-F238E27FC236}">
                <a16:creationId xmlns:a16="http://schemas.microsoft.com/office/drawing/2014/main" id="{0BB77AB1-0E91-9C18-DDC6-4D527F269356}"/>
              </a:ext>
            </a:extLst>
          </p:cNvPr>
          <p:cNvPicPr>
            <a:picLocks noChangeAspect="1"/>
          </p:cNvPicPr>
          <p:nvPr/>
        </p:nvPicPr>
        <p:blipFill rotWithShape="1">
          <a:blip r:embed="rId10"/>
          <a:srcRect t="6821"/>
          <a:stretch/>
        </p:blipFill>
        <p:spPr>
          <a:xfrm>
            <a:off x="22552327" y="8695020"/>
            <a:ext cx="6708475" cy="5127552"/>
          </a:xfrm>
          <a:prstGeom prst="rect">
            <a:avLst/>
          </a:prstGeom>
        </p:spPr>
      </p:pic>
      <p:sp>
        <p:nvSpPr>
          <p:cNvPr id="35" name="Text Box 6">
            <a:extLst>
              <a:ext uri="{FF2B5EF4-FFF2-40B4-BE49-F238E27FC236}">
                <a16:creationId xmlns:a16="http://schemas.microsoft.com/office/drawing/2014/main" id="{6AA678BE-0B00-BBB5-5726-08D52BF6360D}"/>
              </a:ext>
            </a:extLst>
          </p:cNvPr>
          <p:cNvSpPr txBox="1">
            <a:spLocks noChangeArrowheads="1"/>
          </p:cNvSpPr>
          <p:nvPr/>
        </p:nvSpPr>
        <p:spPr bwMode="auto">
          <a:xfrm>
            <a:off x="11201403" y="24612602"/>
            <a:ext cx="21031199" cy="5078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37160" tIns="68580" rIns="137160" bIns="68580">
            <a:spAutoFit/>
          </a:bodyPr>
          <a:lstStyle>
            <a:defPPr>
              <a:defRPr kern="1200"/>
            </a:defPPr>
            <a:lvl1pPr defTabSz="4703763" eaLnBrk="0" hangingPunct="0">
              <a:defRPr sz="9300">
                <a:solidFill>
                  <a:schemeClr val="tx1"/>
                </a:solidFill>
                <a:latin typeface="Arial"/>
              </a:defRPr>
            </a:lvl1pPr>
            <a:lvl2pPr marL="742950" indent="-285750" defTabSz="4703763" eaLnBrk="0" hangingPunct="0">
              <a:defRPr sz="9300">
                <a:solidFill>
                  <a:schemeClr val="tx1"/>
                </a:solidFill>
                <a:latin typeface="Arial"/>
              </a:defRPr>
            </a:lvl2pPr>
            <a:lvl3pPr marL="1143000" indent="-228600" defTabSz="4703763" eaLnBrk="0" hangingPunct="0">
              <a:defRPr sz="9300">
                <a:solidFill>
                  <a:schemeClr val="tx1"/>
                </a:solidFill>
                <a:latin typeface="Arial"/>
              </a:defRPr>
            </a:lvl3pPr>
            <a:lvl4pPr marL="1600200" indent="-228600" defTabSz="4703763" eaLnBrk="0" hangingPunct="0">
              <a:defRPr sz="9300">
                <a:solidFill>
                  <a:schemeClr val="tx1"/>
                </a:solidFill>
                <a:latin typeface="Arial"/>
              </a:defRPr>
            </a:lvl4pPr>
            <a:lvl5pPr marL="2057400" indent="-228600" defTabSz="4703763" eaLnBrk="0" hangingPunct="0">
              <a:defRPr sz="9300">
                <a:solidFill>
                  <a:schemeClr val="tx1"/>
                </a:solidFill>
                <a:latin typeface="Arial"/>
              </a:defRPr>
            </a:lvl5pPr>
            <a:lvl6pPr marL="2514600" indent="-228600" defTabSz="4703763" eaLnBrk="0" fontAlgn="base" hangingPunct="0">
              <a:spcBef>
                <a:spcPct val="0"/>
              </a:spcBef>
              <a:spcAft>
                <a:spcPct val="0"/>
              </a:spcAft>
              <a:defRPr sz="9300">
                <a:solidFill>
                  <a:schemeClr val="tx1"/>
                </a:solidFill>
                <a:latin typeface="Arial"/>
              </a:defRPr>
            </a:lvl6pPr>
            <a:lvl7pPr marL="2971800" indent="-228600" defTabSz="4703763" eaLnBrk="0" fontAlgn="base" hangingPunct="0">
              <a:spcBef>
                <a:spcPct val="0"/>
              </a:spcBef>
              <a:spcAft>
                <a:spcPct val="0"/>
              </a:spcAft>
              <a:defRPr sz="9300">
                <a:solidFill>
                  <a:schemeClr val="tx1"/>
                </a:solidFill>
                <a:latin typeface="Arial"/>
              </a:defRPr>
            </a:lvl7pPr>
            <a:lvl8pPr marL="3429000" indent="-228600" defTabSz="4703763" eaLnBrk="0" fontAlgn="base" hangingPunct="0">
              <a:spcBef>
                <a:spcPct val="0"/>
              </a:spcBef>
              <a:spcAft>
                <a:spcPct val="0"/>
              </a:spcAft>
              <a:defRPr sz="9300">
                <a:solidFill>
                  <a:schemeClr val="tx1"/>
                </a:solidFill>
                <a:latin typeface="Arial"/>
              </a:defRPr>
            </a:lvl8pPr>
            <a:lvl9pPr marL="3886200" indent="-228600" defTabSz="4703763" eaLnBrk="0" fontAlgn="base" hangingPunct="0">
              <a:spcBef>
                <a:spcPct val="0"/>
              </a:spcBef>
              <a:spcAft>
                <a:spcPct val="0"/>
              </a:spcAft>
              <a:defRPr sz="9300">
                <a:solidFill>
                  <a:schemeClr val="tx1"/>
                </a:solidFill>
                <a:latin typeface="Arial"/>
              </a:defRPr>
            </a:lvl9pPr>
          </a:lstStyle>
          <a:p>
            <a:r>
              <a:rPr lang="en-US" sz="2400" dirty="0">
                <a:latin typeface="Arial" panose="020B0604020202020204" pitchFamily="34" charset="0"/>
                <a:ea typeface="Open Sans" panose="020B0606030504020204" pitchFamily="34" charset="0"/>
                <a:cs typeface="Arial" panose="020B0604020202020204" pitchFamily="34" charset="0"/>
              </a:rPr>
              <a:t>In the diagnostic plots below, we checked for assumptions. Since the observations are independent of one another, autocorrelation was not of concern.</a:t>
            </a:r>
          </a:p>
        </p:txBody>
      </p:sp>
      <p:sp>
        <p:nvSpPr>
          <p:cNvPr id="36" name="Text Box 6">
            <a:extLst>
              <a:ext uri="{FF2B5EF4-FFF2-40B4-BE49-F238E27FC236}">
                <a16:creationId xmlns:a16="http://schemas.microsoft.com/office/drawing/2014/main" id="{4D32702E-13EC-8CBC-21F9-7179D1F3E863}"/>
              </a:ext>
            </a:extLst>
          </p:cNvPr>
          <p:cNvSpPr txBox="1">
            <a:spLocks noChangeArrowheads="1"/>
          </p:cNvSpPr>
          <p:nvPr/>
        </p:nvSpPr>
        <p:spPr bwMode="auto">
          <a:xfrm>
            <a:off x="22631400" y="15729113"/>
            <a:ext cx="6218802" cy="53860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37160" tIns="68580" rIns="137160" bIns="68580">
            <a:spAutoFit/>
          </a:bodyPr>
          <a:lstStyle>
            <a:defPPr>
              <a:defRPr kern="1200"/>
            </a:defPPr>
            <a:lvl1pPr defTabSz="4703763" eaLnBrk="0" hangingPunct="0">
              <a:defRPr sz="9300">
                <a:solidFill>
                  <a:schemeClr val="tx1"/>
                </a:solidFill>
                <a:latin typeface="Arial"/>
              </a:defRPr>
            </a:lvl1pPr>
            <a:lvl2pPr marL="742950" indent="-285750" defTabSz="4703763" eaLnBrk="0" hangingPunct="0">
              <a:defRPr sz="9300">
                <a:solidFill>
                  <a:schemeClr val="tx1"/>
                </a:solidFill>
                <a:latin typeface="Arial"/>
              </a:defRPr>
            </a:lvl2pPr>
            <a:lvl3pPr marL="1143000" indent="-228600" defTabSz="4703763" eaLnBrk="0" hangingPunct="0">
              <a:defRPr sz="9300">
                <a:solidFill>
                  <a:schemeClr val="tx1"/>
                </a:solidFill>
                <a:latin typeface="Arial"/>
              </a:defRPr>
            </a:lvl3pPr>
            <a:lvl4pPr marL="1600200" indent="-228600" defTabSz="4703763" eaLnBrk="0" hangingPunct="0">
              <a:defRPr sz="9300">
                <a:solidFill>
                  <a:schemeClr val="tx1"/>
                </a:solidFill>
                <a:latin typeface="Arial"/>
              </a:defRPr>
            </a:lvl4pPr>
            <a:lvl5pPr marL="2057400" indent="-228600" defTabSz="4703763" eaLnBrk="0" hangingPunct="0">
              <a:defRPr sz="9300">
                <a:solidFill>
                  <a:schemeClr val="tx1"/>
                </a:solidFill>
                <a:latin typeface="Arial"/>
              </a:defRPr>
            </a:lvl5pPr>
            <a:lvl6pPr marL="2514600" indent="-228600" defTabSz="4703763" eaLnBrk="0" fontAlgn="base" hangingPunct="0">
              <a:spcBef>
                <a:spcPct val="0"/>
              </a:spcBef>
              <a:spcAft>
                <a:spcPct val="0"/>
              </a:spcAft>
              <a:defRPr sz="9300">
                <a:solidFill>
                  <a:schemeClr val="tx1"/>
                </a:solidFill>
                <a:latin typeface="Arial"/>
              </a:defRPr>
            </a:lvl6pPr>
            <a:lvl7pPr marL="2971800" indent="-228600" defTabSz="4703763" eaLnBrk="0" fontAlgn="base" hangingPunct="0">
              <a:spcBef>
                <a:spcPct val="0"/>
              </a:spcBef>
              <a:spcAft>
                <a:spcPct val="0"/>
              </a:spcAft>
              <a:defRPr sz="9300">
                <a:solidFill>
                  <a:schemeClr val="tx1"/>
                </a:solidFill>
                <a:latin typeface="Arial"/>
              </a:defRPr>
            </a:lvl7pPr>
            <a:lvl8pPr marL="3429000" indent="-228600" defTabSz="4703763" eaLnBrk="0" fontAlgn="base" hangingPunct="0">
              <a:spcBef>
                <a:spcPct val="0"/>
              </a:spcBef>
              <a:spcAft>
                <a:spcPct val="0"/>
              </a:spcAft>
              <a:defRPr sz="9300">
                <a:solidFill>
                  <a:schemeClr val="tx1"/>
                </a:solidFill>
                <a:latin typeface="Arial"/>
              </a:defRPr>
            </a:lvl8pPr>
            <a:lvl9pPr marL="3886200" indent="-228600" defTabSz="4703763" eaLnBrk="0" fontAlgn="base" hangingPunct="0">
              <a:spcBef>
                <a:spcPct val="0"/>
              </a:spcBef>
              <a:spcAft>
                <a:spcPct val="0"/>
              </a:spcAft>
              <a:defRPr sz="9300">
                <a:solidFill>
                  <a:schemeClr val="tx1"/>
                </a:solidFill>
                <a:latin typeface="Arial"/>
              </a:defRPr>
            </a:lvl9pPr>
          </a:lstStyle>
          <a:p>
            <a:r>
              <a:rPr lang="en-US" sz="2600" b="1" dirty="0">
                <a:solidFill>
                  <a:srgbClr val="24468E"/>
                </a:solidFill>
                <a:latin typeface="Arial" panose="020B0604020202020204" pitchFamily="34" charset="0"/>
                <a:ea typeface="Open Sans" panose="020B0606030504020204" pitchFamily="34" charset="0"/>
                <a:cs typeface="Arial" panose="020B0604020202020204" pitchFamily="34" charset="0"/>
              </a:rPr>
              <a:t>Variance Inflation Factor (VIF) Values</a:t>
            </a:r>
          </a:p>
        </p:txBody>
      </p:sp>
      <p:sp>
        <p:nvSpPr>
          <p:cNvPr id="37" name="Text Box 6">
            <a:extLst>
              <a:ext uri="{FF2B5EF4-FFF2-40B4-BE49-F238E27FC236}">
                <a16:creationId xmlns:a16="http://schemas.microsoft.com/office/drawing/2014/main" id="{E2FCB682-DCD7-B5E1-292B-FD3D0E7546CC}"/>
              </a:ext>
            </a:extLst>
          </p:cNvPr>
          <p:cNvSpPr txBox="1">
            <a:spLocks noChangeArrowheads="1"/>
          </p:cNvSpPr>
          <p:nvPr/>
        </p:nvSpPr>
        <p:spPr bwMode="auto">
          <a:xfrm>
            <a:off x="11201402" y="19460510"/>
            <a:ext cx="4971905" cy="53860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37160" tIns="68580" rIns="137160" bIns="68580">
            <a:spAutoFit/>
          </a:bodyPr>
          <a:lstStyle>
            <a:defPPr>
              <a:defRPr kern="1200"/>
            </a:defPPr>
            <a:lvl1pPr defTabSz="4703763" eaLnBrk="0" hangingPunct="0">
              <a:defRPr sz="9300">
                <a:solidFill>
                  <a:schemeClr val="tx1"/>
                </a:solidFill>
                <a:latin typeface="Arial"/>
              </a:defRPr>
            </a:lvl1pPr>
            <a:lvl2pPr marL="742950" indent="-285750" defTabSz="4703763" eaLnBrk="0" hangingPunct="0">
              <a:defRPr sz="9300">
                <a:solidFill>
                  <a:schemeClr val="tx1"/>
                </a:solidFill>
                <a:latin typeface="Arial"/>
              </a:defRPr>
            </a:lvl2pPr>
            <a:lvl3pPr marL="1143000" indent="-228600" defTabSz="4703763" eaLnBrk="0" hangingPunct="0">
              <a:defRPr sz="9300">
                <a:solidFill>
                  <a:schemeClr val="tx1"/>
                </a:solidFill>
                <a:latin typeface="Arial"/>
              </a:defRPr>
            </a:lvl3pPr>
            <a:lvl4pPr marL="1600200" indent="-228600" defTabSz="4703763" eaLnBrk="0" hangingPunct="0">
              <a:defRPr sz="9300">
                <a:solidFill>
                  <a:schemeClr val="tx1"/>
                </a:solidFill>
                <a:latin typeface="Arial"/>
              </a:defRPr>
            </a:lvl4pPr>
            <a:lvl5pPr marL="2057400" indent="-228600" defTabSz="4703763" eaLnBrk="0" hangingPunct="0">
              <a:defRPr sz="9300">
                <a:solidFill>
                  <a:schemeClr val="tx1"/>
                </a:solidFill>
                <a:latin typeface="Arial"/>
              </a:defRPr>
            </a:lvl5pPr>
            <a:lvl6pPr marL="2514600" indent="-228600" defTabSz="4703763" eaLnBrk="0" fontAlgn="base" hangingPunct="0">
              <a:spcBef>
                <a:spcPct val="0"/>
              </a:spcBef>
              <a:spcAft>
                <a:spcPct val="0"/>
              </a:spcAft>
              <a:defRPr sz="9300">
                <a:solidFill>
                  <a:schemeClr val="tx1"/>
                </a:solidFill>
                <a:latin typeface="Arial"/>
              </a:defRPr>
            </a:lvl6pPr>
            <a:lvl7pPr marL="2971800" indent="-228600" defTabSz="4703763" eaLnBrk="0" fontAlgn="base" hangingPunct="0">
              <a:spcBef>
                <a:spcPct val="0"/>
              </a:spcBef>
              <a:spcAft>
                <a:spcPct val="0"/>
              </a:spcAft>
              <a:defRPr sz="9300">
                <a:solidFill>
                  <a:schemeClr val="tx1"/>
                </a:solidFill>
                <a:latin typeface="Arial"/>
              </a:defRPr>
            </a:lvl7pPr>
            <a:lvl8pPr marL="3429000" indent="-228600" defTabSz="4703763" eaLnBrk="0" fontAlgn="base" hangingPunct="0">
              <a:spcBef>
                <a:spcPct val="0"/>
              </a:spcBef>
              <a:spcAft>
                <a:spcPct val="0"/>
              </a:spcAft>
              <a:defRPr sz="9300">
                <a:solidFill>
                  <a:schemeClr val="tx1"/>
                </a:solidFill>
                <a:latin typeface="Arial"/>
              </a:defRPr>
            </a:lvl8pPr>
            <a:lvl9pPr marL="3886200" indent="-228600" defTabSz="4703763" eaLnBrk="0" fontAlgn="base" hangingPunct="0">
              <a:spcBef>
                <a:spcPct val="0"/>
              </a:spcBef>
              <a:spcAft>
                <a:spcPct val="0"/>
              </a:spcAft>
              <a:defRPr sz="9300">
                <a:solidFill>
                  <a:schemeClr val="tx1"/>
                </a:solidFill>
                <a:latin typeface="Arial"/>
              </a:defRPr>
            </a:lvl9pPr>
          </a:lstStyle>
          <a:p>
            <a:r>
              <a:rPr lang="en-US" sz="2600" b="1" dirty="0">
                <a:solidFill>
                  <a:srgbClr val="24468E"/>
                </a:solidFill>
                <a:latin typeface="Arial" panose="020B0604020202020204" pitchFamily="34" charset="0"/>
                <a:ea typeface="Open Sans" panose="020B0606030504020204" pitchFamily="34" charset="0"/>
                <a:cs typeface="Arial" panose="020B0604020202020204" pitchFamily="34" charset="0"/>
              </a:rPr>
              <a:t>Correlational Matrix</a:t>
            </a:r>
          </a:p>
        </p:txBody>
      </p:sp>
      <p:sp>
        <p:nvSpPr>
          <p:cNvPr id="40" name="Text Box 6">
            <a:extLst>
              <a:ext uri="{FF2B5EF4-FFF2-40B4-BE49-F238E27FC236}">
                <a16:creationId xmlns:a16="http://schemas.microsoft.com/office/drawing/2014/main" id="{BFD978A4-D793-5A37-6053-DAADBE861EBC}"/>
              </a:ext>
            </a:extLst>
          </p:cNvPr>
          <p:cNvSpPr txBox="1">
            <a:spLocks noChangeArrowheads="1"/>
          </p:cNvSpPr>
          <p:nvPr/>
        </p:nvSpPr>
        <p:spPr bwMode="auto">
          <a:xfrm>
            <a:off x="11182497" y="25374600"/>
            <a:ext cx="4971905" cy="53860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37160" tIns="68580" rIns="137160" bIns="68580">
            <a:spAutoFit/>
          </a:bodyPr>
          <a:lstStyle>
            <a:defPPr>
              <a:defRPr kern="1200"/>
            </a:defPPr>
            <a:lvl1pPr defTabSz="4703763" eaLnBrk="0" hangingPunct="0">
              <a:defRPr sz="9300">
                <a:solidFill>
                  <a:schemeClr val="tx1"/>
                </a:solidFill>
                <a:latin typeface="Arial"/>
              </a:defRPr>
            </a:lvl1pPr>
            <a:lvl2pPr marL="742950" indent="-285750" defTabSz="4703763" eaLnBrk="0" hangingPunct="0">
              <a:defRPr sz="9300">
                <a:solidFill>
                  <a:schemeClr val="tx1"/>
                </a:solidFill>
                <a:latin typeface="Arial"/>
              </a:defRPr>
            </a:lvl2pPr>
            <a:lvl3pPr marL="1143000" indent="-228600" defTabSz="4703763" eaLnBrk="0" hangingPunct="0">
              <a:defRPr sz="9300">
                <a:solidFill>
                  <a:schemeClr val="tx1"/>
                </a:solidFill>
                <a:latin typeface="Arial"/>
              </a:defRPr>
            </a:lvl3pPr>
            <a:lvl4pPr marL="1600200" indent="-228600" defTabSz="4703763" eaLnBrk="0" hangingPunct="0">
              <a:defRPr sz="9300">
                <a:solidFill>
                  <a:schemeClr val="tx1"/>
                </a:solidFill>
                <a:latin typeface="Arial"/>
              </a:defRPr>
            </a:lvl4pPr>
            <a:lvl5pPr marL="2057400" indent="-228600" defTabSz="4703763" eaLnBrk="0" hangingPunct="0">
              <a:defRPr sz="9300">
                <a:solidFill>
                  <a:schemeClr val="tx1"/>
                </a:solidFill>
                <a:latin typeface="Arial"/>
              </a:defRPr>
            </a:lvl5pPr>
            <a:lvl6pPr marL="2514600" indent="-228600" defTabSz="4703763" eaLnBrk="0" fontAlgn="base" hangingPunct="0">
              <a:spcBef>
                <a:spcPct val="0"/>
              </a:spcBef>
              <a:spcAft>
                <a:spcPct val="0"/>
              </a:spcAft>
              <a:defRPr sz="9300">
                <a:solidFill>
                  <a:schemeClr val="tx1"/>
                </a:solidFill>
                <a:latin typeface="Arial"/>
              </a:defRPr>
            </a:lvl6pPr>
            <a:lvl7pPr marL="2971800" indent="-228600" defTabSz="4703763" eaLnBrk="0" fontAlgn="base" hangingPunct="0">
              <a:spcBef>
                <a:spcPct val="0"/>
              </a:spcBef>
              <a:spcAft>
                <a:spcPct val="0"/>
              </a:spcAft>
              <a:defRPr sz="9300">
                <a:solidFill>
                  <a:schemeClr val="tx1"/>
                </a:solidFill>
                <a:latin typeface="Arial"/>
              </a:defRPr>
            </a:lvl7pPr>
            <a:lvl8pPr marL="3429000" indent="-228600" defTabSz="4703763" eaLnBrk="0" fontAlgn="base" hangingPunct="0">
              <a:spcBef>
                <a:spcPct val="0"/>
              </a:spcBef>
              <a:spcAft>
                <a:spcPct val="0"/>
              </a:spcAft>
              <a:defRPr sz="9300">
                <a:solidFill>
                  <a:schemeClr val="tx1"/>
                </a:solidFill>
                <a:latin typeface="Arial"/>
              </a:defRPr>
            </a:lvl8pPr>
            <a:lvl9pPr marL="3886200" indent="-228600" defTabSz="4703763" eaLnBrk="0" fontAlgn="base" hangingPunct="0">
              <a:spcBef>
                <a:spcPct val="0"/>
              </a:spcBef>
              <a:spcAft>
                <a:spcPct val="0"/>
              </a:spcAft>
              <a:defRPr sz="9300">
                <a:solidFill>
                  <a:schemeClr val="tx1"/>
                </a:solidFill>
                <a:latin typeface="Arial"/>
              </a:defRPr>
            </a:lvl9pPr>
          </a:lstStyle>
          <a:p>
            <a:r>
              <a:rPr lang="en-US" sz="2600" b="1" dirty="0">
                <a:solidFill>
                  <a:srgbClr val="24468E"/>
                </a:solidFill>
                <a:latin typeface="Arial" panose="020B0604020202020204" pitchFamily="34" charset="0"/>
                <a:ea typeface="Open Sans" panose="020B0606030504020204" pitchFamily="34" charset="0"/>
                <a:cs typeface="Arial" panose="020B0604020202020204" pitchFamily="34" charset="0"/>
              </a:rPr>
              <a:t>QQ Plot of Residuals</a:t>
            </a:r>
          </a:p>
        </p:txBody>
      </p:sp>
      <p:sp>
        <p:nvSpPr>
          <p:cNvPr id="42" name="Text Box 6">
            <a:extLst>
              <a:ext uri="{FF2B5EF4-FFF2-40B4-BE49-F238E27FC236}">
                <a16:creationId xmlns:a16="http://schemas.microsoft.com/office/drawing/2014/main" id="{BB3F6F5A-17F3-CC72-682D-52B8C25414A0}"/>
              </a:ext>
            </a:extLst>
          </p:cNvPr>
          <p:cNvSpPr txBox="1">
            <a:spLocks noChangeArrowheads="1"/>
          </p:cNvSpPr>
          <p:nvPr/>
        </p:nvSpPr>
        <p:spPr bwMode="auto">
          <a:xfrm>
            <a:off x="22631402" y="25389714"/>
            <a:ext cx="4971905" cy="53860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37160" tIns="68580" rIns="137160" bIns="68580">
            <a:spAutoFit/>
          </a:bodyPr>
          <a:lstStyle>
            <a:defPPr>
              <a:defRPr kern="1200"/>
            </a:defPPr>
            <a:lvl1pPr defTabSz="4703763" eaLnBrk="0" hangingPunct="0">
              <a:defRPr sz="9300">
                <a:solidFill>
                  <a:schemeClr val="tx1"/>
                </a:solidFill>
                <a:latin typeface="Arial"/>
              </a:defRPr>
            </a:lvl1pPr>
            <a:lvl2pPr marL="742950" indent="-285750" defTabSz="4703763" eaLnBrk="0" hangingPunct="0">
              <a:defRPr sz="9300">
                <a:solidFill>
                  <a:schemeClr val="tx1"/>
                </a:solidFill>
                <a:latin typeface="Arial"/>
              </a:defRPr>
            </a:lvl2pPr>
            <a:lvl3pPr marL="1143000" indent="-228600" defTabSz="4703763" eaLnBrk="0" hangingPunct="0">
              <a:defRPr sz="9300">
                <a:solidFill>
                  <a:schemeClr val="tx1"/>
                </a:solidFill>
                <a:latin typeface="Arial"/>
              </a:defRPr>
            </a:lvl3pPr>
            <a:lvl4pPr marL="1600200" indent="-228600" defTabSz="4703763" eaLnBrk="0" hangingPunct="0">
              <a:defRPr sz="9300">
                <a:solidFill>
                  <a:schemeClr val="tx1"/>
                </a:solidFill>
                <a:latin typeface="Arial"/>
              </a:defRPr>
            </a:lvl4pPr>
            <a:lvl5pPr marL="2057400" indent="-228600" defTabSz="4703763" eaLnBrk="0" hangingPunct="0">
              <a:defRPr sz="9300">
                <a:solidFill>
                  <a:schemeClr val="tx1"/>
                </a:solidFill>
                <a:latin typeface="Arial"/>
              </a:defRPr>
            </a:lvl5pPr>
            <a:lvl6pPr marL="2514600" indent="-228600" defTabSz="4703763" eaLnBrk="0" fontAlgn="base" hangingPunct="0">
              <a:spcBef>
                <a:spcPct val="0"/>
              </a:spcBef>
              <a:spcAft>
                <a:spcPct val="0"/>
              </a:spcAft>
              <a:defRPr sz="9300">
                <a:solidFill>
                  <a:schemeClr val="tx1"/>
                </a:solidFill>
                <a:latin typeface="Arial"/>
              </a:defRPr>
            </a:lvl6pPr>
            <a:lvl7pPr marL="2971800" indent="-228600" defTabSz="4703763" eaLnBrk="0" fontAlgn="base" hangingPunct="0">
              <a:spcBef>
                <a:spcPct val="0"/>
              </a:spcBef>
              <a:spcAft>
                <a:spcPct val="0"/>
              </a:spcAft>
              <a:defRPr sz="9300">
                <a:solidFill>
                  <a:schemeClr val="tx1"/>
                </a:solidFill>
                <a:latin typeface="Arial"/>
              </a:defRPr>
            </a:lvl7pPr>
            <a:lvl8pPr marL="3429000" indent="-228600" defTabSz="4703763" eaLnBrk="0" fontAlgn="base" hangingPunct="0">
              <a:spcBef>
                <a:spcPct val="0"/>
              </a:spcBef>
              <a:spcAft>
                <a:spcPct val="0"/>
              </a:spcAft>
              <a:defRPr sz="9300">
                <a:solidFill>
                  <a:schemeClr val="tx1"/>
                </a:solidFill>
                <a:latin typeface="Arial"/>
              </a:defRPr>
            </a:lvl8pPr>
            <a:lvl9pPr marL="3886200" indent="-228600" defTabSz="4703763" eaLnBrk="0" fontAlgn="base" hangingPunct="0">
              <a:spcBef>
                <a:spcPct val="0"/>
              </a:spcBef>
              <a:spcAft>
                <a:spcPct val="0"/>
              </a:spcAft>
              <a:defRPr sz="9300">
                <a:solidFill>
                  <a:schemeClr val="tx1"/>
                </a:solidFill>
                <a:latin typeface="Arial"/>
              </a:defRPr>
            </a:lvl9pPr>
          </a:lstStyle>
          <a:p>
            <a:r>
              <a:rPr lang="en-US" sz="2600" b="1" dirty="0">
                <a:solidFill>
                  <a:srgbClr val="24468E"/>
                </a:solidFill>
                <a:latin typeface="Arial" panose="020B0604020202020204" pitchFamily="34" charset="0"/>
                <a:ea typeface="Open Sans" panose="020B0606030504020204" pitchFamily="34" charset="0"/>
                <a:cs typeface="Arial" panose="020B0604020202020204" pitchFamily="34" charset="0"/>
              </a:rPr>
              <a:t>Residual Plot</a:t>
            </a:r>
          </a:p>
        </p:txBody>
      </p:sp>
      <p:pic>
        <p:nvPicPr>
          <p:cNvPr id="46" name="Picture 45">
            <a:extLst>
              <a:ext uri="{FF2B5EF4-FFF2-40B4-BE49-F238E27FC236}">
                <a16:creationId xmlns:a16="http://schemas.microsoft.com/office/drawing/2014/main" id="{01711CD7-5690-29DC-7830-D6C0ECFD183C}"/>
              </a:ext>
            </a:extLst>
          </p:cNvPr>
          <p:cNvPicPr>
            <a:picLocks noChangeAspect="1"/>
          </p:cNvPicPr>
          <p:nvPr/>
        </p:nvPicPr>
        <p:blipFill>
          <a:blip r:embed="rId11"/>
          <a:stretch>
            <a:fillRect/>
          </a:stretch>
        </p:blipFill>
        <p:spPr>
          <a:xfrm>
            <a:off x="11125200" y="8466422"/>
            <a:ext cx="10950876" cy="5403587"/>
          </a:xfrm>
          <a:prstGeom prst="rect">
            <a:avLst/>
          </a:prstGeom>
        </p:spPr>
      </p:pic>
      <p:sp>
        <p:nvSpPr>
          <p:cNvPr id="49" name="Text Box 6">
            <a:extLst>
              <a:ext uri="{FF2B5EF4-FFF2-40B4-BE49-F238E27FC236}">
                <a16:creationId xmlns:a16="http://schemas.microsoft.com/office/drawing/2014/main" id="{DCF718E3-E22A-FCB7-008E-857F7351DE6E}"/>
              </a:ext>
            </a:extLst>
          </p:cNvPr>
          <p:cNvSpPr txBox="1">
            <a:spLocks noChangeArrowheads="1"/>
          </p:cNvSpPr>
          <p:nvPr/>
        </p:nvSpPr>
        <p:spPr bwMode="auto">
          <a:xfrm>
            <a:off x="11152042" y="8107623"/>
            <a:ext cx="9628635" cy="53860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37160" tIns="68580" rIns="137160" bIns="68580">
            <a:spAutoFit/>
          </a:bodyPr>
          <a:lstStyle>
            <a:defPPr>
              <a:defRPr kern="1200"/>
            </a:defPPr>
            <a:lvl1pPr defTabSz="4703763" eaLnBrk="0" hangingPunct="0">
              <a:defRPr sz="9300">
                <a:solidFill>
                  <a:schemeClr val="tx1"/>
                </a:solidFill>
                <a:latin typeface="Arial"/>
              </a:defRPr>
            </a:lvl1pPr>
            <a:lvl2pPr marL="742950" indent="-285750" defTabSz="4703763" eaLnBrk="0" hangingPunct="0">
              <a:defRPr sz="9300">
                <a:solidFill>
                  <a:schemeClr val="tx1"/>
                </a:solidFill>
                <a:latin typeface="Arial"/>
              </a:defRPr>
            </a:lvl2pPr>
            <a:lvl3pPr marL="1143000" indent="-228600" defTabSz="4703763" eaLnBrk="0" hangingPunct="0">
              <a:defRPr sz="9300">
                <a:solidFill>
                  <a:schemeClr val="tx1"/>
                </a:solidFill>
                <a:latin typeface="Arial"/>
              </a:defRPr>
            </a:lvl3pPr>
            <a:lvl4pPr marL="1600200" indent="-228600" defTabSz="4703763" eaLnBrk="0" hangingPunct="0">
              <a:defRPr sz="9300">
                <a:solidFill>
                  <a:schemeClr val="tx1"/>
                </a:solidFill>
                <a:latin typeface="Arial"/>
              </a:defRPr>
            </a:lvl4pPr>
            <a:lvl5pPr marL="2057400" indent="-228600" defTabSz="4703763" eaLnBrk="0" hangingPunct="0">
              <a:defRPr sz="9300">
                <a:solidFill>
                  <a:schemeClr val="tx1"/>
                </a:solidFill>
                <a:latin typeface="Arial"/>
              </a:defRPr>
            </a:lvl5pPr>
            <a:lvl6pPr marL="2514600" indent="-228600" defTabSz="4703763" eaLnBrk="0" fontAlgn="base" hangingPunct="0">
              <a:spcBef>
                <a:spcPct val="0"/>
              </a:spcBef>
              <a:spcAft>
                <a:spcPct val="0"/>
              </a:spcAft>
              <a:defRPr sz="9300">
                <a:solidFill>
                  <a:schemeClr val="tx1"/>
                </a:solidFill>
                <a:latin typeface="Arial"/>
              </a:defRPr>
            </a:lvl6pPr>
            <a:lvl7pPr marL="2971800" indent="-228600" defTabSz="4703763" eaLnBrk="0" fontAlgn="base" hangingPunct="0">
              <a:spcBef>
                <a:spcPct val="0"/>
              </a:spcBef>
              <a:spcAft>
                <a:spcPct val="0"/>
              </a:spcAft>
              <a:defRPr sz="9300">
                <a:solidFill>
                  <a:schemeClr val="tx1"/>
                </a:solidFill>
                <a:latin typeface="Arial"/>
              </a:defRPr>
            </a:lvl7pPr>
            <a:lvl8pPr marL="3429000" indent="-228600" defTabSz="4703763" eaLnBrk="0" fontAlgn="base" hangingPunct="0">
              <a:spcBef>
                <a:spcPct val="0"/>
              </a:spcBef>
              <a:spcAft>
                <a:spcPct val="0"/>
              </a:spcAft>
              <a:defRPr sz="9300">
                <a:solidFill>
                  <a:schemeClr val="tx1"/>
                </a:solidFill>
                <a:latin typeface="Arial"/>
              </a:defRPr>
            </a:lvl8pPr>
            <a:lvl9pPr marL="3886200" indent="-228600" defTabSz="4703763" eaLnBrk="0" fontAlgn="base" hangingPunct="0">
              <a:spcBef>
                <a:spcPct val="0"/>
              </a:spcBef>
              <a:spcAft>
                <a:spcPct val="0"/>
              </a:spcAft>
              <a:defRPr sz="9300">
                <a:solidFill>
                  <a:schemeClr val="tx1"/>
                </a:solidFill>
                <a:latin typeface="Arial"/>
              </a:defRPr>
            </a:lvl9pPr>
          </a:lstStyle>
          <a:p>
            <a:r>
              <a:rPr lang="en-US" sz="2600" b="1" dirty="0">
                <a:solidFill>
                  <a:srgbClr val="24468E"/>
                </a:solidFill>
                <a:latin typeface="Arial" panose="020B0604020202020204" pitchFamily="34" charset="0"/>
                <a:ea typeface="Open Sans" panose="020B0606030504020204" pitchFamily="34" charset="0"/>
                <a:cs typeface="Arial" panose="020B0604020202020204" pitchFamily="34" charset="0"/>
              </a:rPr>
              <a:t>Summary Statistics for Stepwise AIC Regression Model</a:t>
            </a:r>
          </a:p>
        </p:txBody>
      </p:sp>
      <p:sp>
        <p:nvSpPr>
          <p:cNvPr id="52" name="Text Box 6">
            <a:extLst>
              <a:ext uri="{FF2B5EF4-FFF2-40B4-BE49-F238E27FC236}">
                <a16:creationId xmlns:a16="http://schemas.microsoft.com/office/drawing/2014/main" id="{DD274393-7A78-3E62-1D94-A6436010A8CC}"/>
              </a:ext>
            </a:extLst>
          </p:cNvPr>
          <p:cNvSpPr txBox="1">
            <a:spLocks noChangeArrowheads="1"/>
          </p:cNvSpPr>
          <p:nvPr/>
        </p:nvSpPr>
        <p:spPr bwMode="auto">
          <a:xfrm>
            <a:off x="22616064" y="8149624"/>
            <a:ext cx="7069618" cy="53860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37160" tIns="68580" rIns="137160" bIns="68580">
            <a:spAutoFit/>
          </a:bodyPr>
          <a:lstStyle>
            <a:defPPr>
              <a:defRPr kern="1200"/>
            </a:defPPr>
            <a:lvl1pPr defTabSz="4703763" eaLnBrk="0" hangingPunct="0">
              <a:defRPr sz="9300">
                <a:solidFill>
                  <a:schemeClr val="tx1"/>
                </a:solidFill>
                <a:latin typeface="Arial"/>
              </a:defRPr>
            </a:lvl1pPr>
            <a:lvl2pPr marL="742950" indent="-285750" defTabSz="4703763" eaLnBrk="0" hangingPunct="0">
              <a:defRPr sz="9300">
                <a:solidFill>
                  <a:schemeClr val="tx1"/>
                </a:solidFill>
                <a:latin typeface="Arial"/>
              </a:defRPr>
            </a:lvl2pPr>
            <a:lvl3pPr marL="1143000" indent="-228600" defTabSz="4703763" eaLnBrk="0" hangingPunct="0">
              <a:defRPr sz="9300">
                <a:solidFill>
                  <a:schemeClr val="tx1"/>
                </a:solidFill>
                <a:latin typeface="Arial"/>
              </a:defRPr>
            </a:lvl3pPr>
            <a:lvl4pPr marL="1600200" indent="-228600" defTabSz="4703763" eaLnBrk="0" hangingPunct="0">
              <a:defRPr sz="9300">
                <a:solidFill>
                  <a:schemeClr val="tx1"/>
                </a:solidFill>
                <a:latin typeface="Arial"/>
              </a:defRPr>
            </a:lvl4pPr>
            <a:lvl5pPr marL="2057400" indent="-228600" defTabSz="4703763" eaLnBrk="0" hangingPunct="0">
              <a:defRPr sz="9300">
                <a:solidFill>
                  <a:schemeClr val="tx1"/>
                </a:solidFill>
                <a:latin typeface="Arial"/>
              </a:defRPr>
            </a:lvl5pPr>
            <a:lvl6pPr marL="2514600" indent="-228600" defTabSz="4703763" eaLnBrk="0" fontAlgn="base" hangingPunct="0">
              <a:spcBef>
                <a:spcPct val="0"/>
              </a:spcBef>
              <a:spcAft>
                <a:spcPct val="0"/>
              </a:spcAft>
              <a:defRPr sz="9300">
                <a:solidFill>
                  <a:schemeClr val="tx1"/>
                </a:solidFill>
                <a:latin typeface="Arial"/>
              </a:defRPr>
            </a:lvl6pPr>
            <a:lvl7pPr marL="2971800" indent="-228600" defTabSz="4703763" eaLnBrk="0" fontAlgn="base" hangingPunct="0">
              <a:spcBef>
                <a:spcPct val="0"/>
              </a:spcBef>
              <a:spcAft>
                <a:spcPct val="0"/>
              </a:spcAft>
              <a:defRPr sz="9300">
                <a:solidFill>
                  <a:schemeClr val="tx1"/>
                </a:solidFill>
                <a:latin typeface="Arial"/>
              </a:defRPr>
            </a:lvl7pPr>
            <a:lvl8pPr marL="3429000" indent="-228600" defTabSz="4703763" eaLnBrk="0" fontAlgn="base" hangingPunct="0">
              <a:spcBef>
                <a:spcPct val="0"/>
              </a:spcBef>
              <a:spcAft>
                <a:spcPct val="0"/>
              </a:spcAft>
              <a:defRPr sz="9300">
                <a:solidFill>
                  <a:schemeClr val="tx1"/>
                </a:solidFill>
                <a:latin typeface="Arial"/>
              </a:defRPr>
            </a:lvl8pPr>
            <a:lvl9pPr marL="3886200" indent="-228600" defTabSz="4703763" eaLnBrk="0" fontAlgn="base" hangingPunct="0">
              <a:spcBef>
                <a:spcPct val="0"/>
              </a:spcBef>
              <a:spcAft>
                <a:spcPct val="0"/>
              </a:spcAft>
              <a:defRPr sz="9300">
                <a:solidFill>
                  <a:schemeClr val="tx1"/>
                </a:solidFill>
                <a:latin typeface="Arial"/>
              </a:defRPr>
            </a:lvl9pPr>
          </a:lstStyle>
          <a:p>
            <a:r>
              <a:rPr lang="en-US" sz="2600" b="1" dirty="0">
                <a:solidFill>
                  <a:srgbClr val="24468E"/>
                </a:solidFill>
                <a:latin typeface="Arial" panose="020B0604020202020204" pitchFamily="34" charset="0"/>
                <a:ea typeface="Open Sans" panose="020B0606030504020204" pitchFamily="34" charset="0"/>
                <a:cs typeface="Arial" panose="020B0604020202020204" pitchFamily="34" charset="0"/>
              </a:rPr>
              <a:t>Predicted vs. Actual Values Plot</a:t>
            </a:r>
          </a:p>
        </p:txBody>
      </p:sp>
      <p:sp>
        <p:nvSpPr>
          <p:cNvPr id="62" name="Text Box 6">
            <a:extLst>
              <a:ext uri="{FF2B5EF4-FFF2-40B4-BE49-F238E27FC236}">
                <a16:creationId xmlns:a16="http://schemas.microsoft.com/office/drawing/2014/main" id="{7F29F5CE-5746-62EA-5EA7-3873A315D74C}"/>
              </a:ext>
            </a:extLst>
          </p:cNvPr>
          <p:cNvSpPr txBox="1">
            <a:spLocks noChangeArrowheads="1"/>
          </p:cNvSpPr>
          <p:nvPr/>
        </p:nvSpPr>
        <p:spPr bwMode="auto">
          <a:xfrm>
            <a:off x="23364483" y="20387283"/>
            <a:ext cx="8563319" cy="30823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37160" tIns="68580" rIns="137160" bIns="68580">
            <a:spAutoFit/>
          </a:bodyPr>
          <a:lstStyle>
            <a:defPPr>
              <a:defRPr kern="1200"/>
            </a:defPPr>
            <a:lvl1pPr defTabSz="4703763" eaLnBrk="0" hangingPunct="0">
              <a:defRPr sz="9300">
                <a:solidFill>
                  <a:schemeClr val="tx1"/>
                </a:solidFill>
                <a:latin typeface="Arial"/>
              </a:defRPr>
            </a:lvl1pPr>
            <a:lvl2pPr marL="742950" indent="-285750" defTabSz="4703763" eaLnBrk="0" hangingPunct="0">
              <a:defRPr sz="9300">
                <a:solidFill>
                  <a:schemeClr val="tx1"/>
                </a:solidFill>
                <a:latin typeface="Arial"/>
              </a:defRPr>
            </a:lvl2pPr>
            <a:lvl3pPr marL="1143000" indent="-228600" defTabSz="4703763" eaLnBrk="0" hangingPunct="0">
              <a:defRPr sz="9300">
                <a:solidFill>
                  <a:schemeClr val="tx1"/>
                </a:solidFill>
                <a:latin typeface="Arial"/>
              </a:defRPr>
            </a:lvl3pPr>
            <a:lvl4pPr marL="1600200" indent="-228600" defTabSz="4703763" eaLnBrk="0" hangingPunct="0">
              <a:defRPr sz="9300">
                <a:solidFill>
                  <a:schemeClr val="tx1"/>
                </a:solidFill>
                <a:latin typeface="Arial"/>
              </a:defRPr>
            </a:lvl4pPr>
            <a:lvl5pPr marL="2057400" indent="-228600" defTabSz="4703763" eaLnBrk="0" hangingPunct="0">
              <a:defRPr sz="9300">
                <a:solidFill>
                  <a:schemeClr val="tx1"/>
                </a:solidFill>
                <a:latin typeface="Arial"/>
              </a:defRPr>
            </a:lvl5pPr>
            <a:lvl6pPr marL="2514600" indent="-228600" defTabSz="4703763" eaLnBrk="0" fontAlgn="base" hangingPunct="0">
              <a:spcBef>
                <a:spcPct val="0"/>
              </a:spcBef>
              <a:spcAft>
                <a:spcPct val="0"/>
              </a:spcAft>
              <a:defRPr sz="9300">
                <a:solidFill>
                  <a:schemeClr val="tx1"/>
                </a:solidFill>
                <a:latin typeface="Arial"/>
              </a:defRPr>
            </a:lvl6pPr>
            <a:lvl7pPr marL="2971800" indent="-228600" defTabSz="4703763" eaLnBrk="0" fontAlgn="base" hangingPunct="0">
              <a:spcBef>
                <a:spcPct val="0"/>
              </a:spcBef>
              <a:spcAft>
                <a:spcPct val="0"/>
              </a:spcAft>
              <a:defRPr sz="9300">
                <a:solidFill>
                  <a:schemeClr val="tx1"/>
                </a:solidFill>
                <a:latin typeface="Arial"/>
              </a:defRPr>
            </a:lvl7pPr>
            <a:lvl8pPr marL="3429000" indent="-228600" defTabSz="4703763" eaLnBrk="0" fontAlgn="base" hangingPunct="0">
              <a:spcBef>
                <a:spcPct val="0"/>
              </a:spcBef>
              <a:spcAft>
                <a:spcPct val="0"/>
              </a:spcAft>
              <a:defRPr sz="9300">
                <a:solidFill>
                  <a:schemeClr val="tx1"/>
                </a:solidFill>
                <a:latin typeface="Arial"/>
              </a:defRPr>
            </a:lvl8pPr>
            <a:lvl9pPr marL="3886200" indent="-228600" defTabSz="4703763" eaLnBrk="0" fontAlgn="base" hangingPunct="0">
              <a:spcBef>
                <a:spcPct val="0"/>
              </a:spcBef>
              <a:spcAft>
                <a:spcPct val="0"/>
              </a:spcAft>
              <a:defRPr sz="9300">
                <a:solidFill>
                  <a:schemeClr val="tx1"/>
                </a:solidFill>
                <a:latin typeface="Arial"/>
              </a:defRPr>
            </a:lvl9pPr>
          </a:lstStyle>
          <a:p>
            <a:pPr>
              <a:lnSpc>
                <a:spcPct val="250000"/>
              </a:lnSpc>
            </a:pPr>
            <a:r>
              <a:rPr lang="en-US" sz="2000" b="1" dirty="0">
                <a:solidFill>
                  <a:srgbClr val="24468E"/>
                </a:solidFill>
                <a:latin typeface="Arial" panose="020B0604020202020204" pitchFamily="34" charset="0"/>
                <a:ea typeface="Open Sans" panose="020B0606030504020204" pitchFamily="34" charset="0"/>
                <a:cs typeface="Arial" panose="020B0604020202020204" pitchFamily="34" charset="0"/>
              </a:rPr>
              <a:t>Strong positive / negative correlation</a:t>
            </a:r>
          </a:p>
          <a:p>
            <a:pPr>
              <a:lnSpc>
                <a:spcPct val="250000"/>
              </a:lnSpc>
            </a:pPr>
            <a:r>
              <a:rPr lang="en-US" sz="2000" b="1" dirty="0">
                <a:solidFill>
                  <a:srgbClr val="24468E"/>
                </a:solidFill>
                <a:latin typeface="Arial" panose="020B0604020202020204" pitchFamily="34" charset="0"/>
                <a:ea typeface="Open Sans" panose="020B0606030504020204" pitchFamily="34" charset="0"/>
                <a:cs typeface="Arial" panose="020B0604020202020204" pitchFamily="34" charset="0"/>
              </a:rPr>
              <a:t>Moderate positive / negative correlation</a:t>
            </a:r>
          </a:p>
          <a:p>
            <a:pPr>
              <a:lnSpc>
                <a:spcPct val="250000"/>
              </a:lnSpc>
            </a:pPr>
            <a:r>
              <a:rPr lang="en-US" sz="2000" b="1" dirty="0">
                <a:solidFill>
                  <a:srgbClr val="24468E"/>
                </a:solidFill>
                <a:latin typeface="Arial" panose="020B0604020202020204" pitchFamily="34" charset="0"/>
                <a:ea typeface="Open Sans" panose="020B0606030504020204" pitchFamily="34" charset="0"/>
                <a:cs typeface="Arial" panose="020B0604020202020204" pitchFamily="34" charset="0"/>
              </a:rPr>
              <a:t>Weak positive / negative correlation</a:t>
            </a:r>
          </a:p>
          <a:p>
            <a:pPr>
              <a:lnSpc>
                <a:spcPct val="250000"/>
              </a:lnSpc>
            </a:pPr>
            <a:r>
              <a:rPr lang="en-US" sz="2000" b="1" dirty="0">
                <a:solidFill>
                  <a:srgbClr val="24468E"/>
                </a:solidFill>
                <a:latin typeface="Arial" panose="020B0604020202020204" pitchFamily="34" charset="0"/>
                <a:ea typeface="Open Sans" panose="020B0606030504020204" pitchFamily="34" charset="0"/>
                <a:cs typeface="Arial" panose="020B0604020202020204" pitchFamily="34" charset="0"/>
              </a:rPr>
              <a:t>No Correlation</a:t>
            </a:r>
          </a:p>
        </p:txBody>
      </p:sp>
      <p:sp>
        <p:nvSpPr>
          <p:cNvPr id="63" name="Rectangle 62">
            <a:extLst>
              <a:ext uri="{FF2B5EF4-FFF2-40B4-BE49-F238E27FC236}">
                <a16:creationId xmlns:a16="http://schemas.microsoft.com/office/drawing/2014/main" id="{790FC5D0-B7E1-35DE-D023-D2AA8428F82F}"/>
              </a:ext>
            </a:extLst>
          </p:cNvPr>
          <p:cNvSpPr/>
          <p:nvPr/>
        </p:nvSpPr>
        <p:spPr bwMode="auto">
          <a:xfrm>
            <a:off x="22783800" y="20726400"/>
            <a:ext cx="490126" cy="2658080"/>
          </a:xfrm>
          <a:prstGeom prst="rect">
            <a:avLst/>
          </a:prstGeom>
          <a:gradFill>
            <a:gsLst>
              <a:gs pos="0">
                <a:srgbClr val="DD8E67"/>
              </a:gs>
              <a:gs pos="33000">
                <a:srgbClr val="EABCA5"/>
              </a:gs>
              <a:gs pos="66000">
                <a:srgbClr val="F8E9E0"/>
              </a:gs>
              <a:gs pos="93000">
                <a:srgbClr val="FFFFFF"/>
              </a:gs>
            </a:gsLst>
            <a:lin ang="5400000" scaled="1"/>
          </a:gra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4703763"/>
            <a:endParaRPr lang="en-US">
              <a:latin typeface="Arial" charset="0"/>
            </a:endParaRPr>
          </a:p>
        </p:txBody>
      </p:sp>
      <p:sp>
        <p:nvSpPr>
          <p:cNvPr id="67" name="Text Box 6">
            <a:extLst>
              <a:ext uri="{FF2B5EF4-FFF2-40B4-BE49-F238E27FC236}">
                <a16:creationId xmlns:a16="http://schemas.microsoft.com/office/drawing/2014/main" id="{C1F04B5D-5FC4-ED52-2770-61CFF68BFF64}"/>
              </a:ext>
            </a:extLst>
          </p:cNvPr>
          <p:cNvSpPr txBox="1">
            <a:spLocks noChangeArrowheads="1"/>
          </p:cNvSpPr>
          <p:nvPr/>
        </p:nvSpPr>
        <p:spPr bwMode="auto">
          <a:xfrm>
            <a:off x="11172023" y="31283702"/>
            <a:ext cx="10392579" cy="4154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37160" tIns="68580" rIns="137160" bIns="68580">
            <a:spAutoFit/>
          </a:bodyPr>
          <a:lstStyle>
            <a:defPPr>
              <a:defRPr kern="1200"/>
            </a:defPPr>
            <a:lvl1pPr defTabSz="4703763" eaLnBrk="0" hangingPunct="0">
              <a:defRPr sz="9300">
                <a:solidFill>
                  <a:schemeClr val="tx1"/>
                </a:solidFill>
                <a:latin typeface="Arial"/>
              </a:defRPr>
            </a:lvl1pPr>
            <a:lvl2pPr marL="742950" indent="-285750" defTabSz="4703763" eaLnBrk="0" hangingPunct="0">
              <a:defRPr sz="9300">
                <a:solidFill>
                  <a:schemeClr val="tx1"/>
                </a:solidFill>
                <a:latin typeface="Arial"/>
              </a:defRPr>
            </a:lvl2pPr>
            <a:lvl3pPr marL="1143000" indent="-228600" defTabSz="4703763" eaLnBrk="0" hangingPunct="0">
              <a:defRPr sz="9300">
                <a:solidFill>
                  <a:schemeClr val="tx1"/>
                </a:solidFill>
                <a:latin typeface="Arial"/>
              </a:defRPr>
            </a:lvl3pPr>
            <a:lvl4pPr marL="1600200" indent="-228600" defTabSz="4703763" eaLnBrk="0" hangingPunct="0">
              <a:defRPr sz="9300">
                <a:solidFill>
                  <a:schemeClr val="tx1"/>
                </a:solidFill>
                <a:latin typeface="Arial"/>
              </a:defRPr>
            </a:lvl4pPr>
            <a:lvl5pPr marL="2057400" indent="-228600" defTabSz="4703763" eaLnBrk="0" hangingPunct="0">
              <a:defRPr sz="9300">
                <a:solidFill>
                  <a:schemeClr val="tx1"/>
                </a:solidFill>
                <a:latin typeface="Arial"/>
              </a:defRPr>
            </a:lvl5pPr>
            <a:lvl6pPr marL="2514600" indent="-228600" defTabSz="4703763" eaLnBrk="0" fontAlgn="base" hangingPunct="0">
              <a:spcBef>
                <a:spcPct val="0"/>
              </a:spcBef>
              <a:spcAft>
                <a:spcPct val="0"/>
              </a:spcAft>
              <a:defRPr sz="9300">
                <a:solidFill>
                  <a:schemeClr val="tx1"/>
                </a:solidFill>
                <a:latin typeface="Arial"/>
              </a:defRPr>
            </a:lvl6pPr>
            <a:lvl7pPr marL="2971800" indent="-228600" defTabSz="4703763" eaLnBrk="0" fontAlgn="base" hangingPunct="0">
              <a:spcBef>
                <a:spcPct val="0"/>
              </a:spcBef>
              <a:spcAft>
                <a:spcPct val="0"/>
              </a:spcAft>
              <a:defRPr sz="9300">
                <a:solidFill>
                  <a:schemeClr val="tx1"/>
                </a:solidFill>
                <a:latin typeface="Arial"/>
              </a:defRPr>
            </a:lvl7pPr>
            <a:lvl8pPr marL="3429000" indent="-228600" defTabSz="4703763" eaLnBrk="0" fontAlgn="base" hangingPunct="0">
              <a:spcBef>
                <a:spcPct val="0"/>
              </a:spcBef>
              <a:spcAft>
                <a:spcPct val="0"/>
              </a:spcAft>
              <a:defRPr sz="9300">
                <a:solidFill>
                  <a:schemeClr val="tx1"/>
                </a:solidFill>
                <a:latin typeface="Arial"/>
              </a:defRPr>
            </a:lvl8pPr>
            <a:lvl9pPr marL="3886200" indent="-228600" defTabSz="4703763" eaLnBrk="0" fontAlgn="base" hangingPunct="0">
              <a:spcBef>
                <a:spcPct val="0"/>
              </a:spcBef>
              <a:spcAft>
                <a:spcPct val="0"/>
              </a:spcAft>
              <a:defRPr sz="9300">
                <a:solidFill>
                  <a:schemeClr val="tx1"/>
                </a:solidFill>
                <a:latin typeface="Arial"/>
              </a:defRPr>
            </a:lvl9pPr>
          </a:lstStyle>
          <a:p>
            <a:r>
              <a:rPr lang="en-US" sz="1800" b="1" dirty="0">
                <a:latin typeface="Arial" panose="020B0604020202020204" pitchFamily="34" charset="0"/>
                <a:ea typeface="Open Sans" panose="020B0606030504020204" pitchFamily="34" charset="0"/>
                <a:cs typeface="Arial" panose="020B0604020202020204" pitchFamily="34" charset="0"/>
              </a:rPr>
              <a:t>Figure C</a:t>
            </a:r>
            <a:r>
              <a:rPr lang="en-US" sz="1800" dirty="0">
                <a:latin typeface="Arial" panose="020B0604020202020204" pitchFamily="34" charset="0"/>
                <a:ea typeface="Open Sans" panose="020B0606030504020204" pitchFamily="34" charset="0"/>
                <a:cs typeface="Arial" panose="020B0604020202020204" pitchFamily="34" charset="0"/>
              </a:rPr>
              <a:t>: The errors are normally distributed.</a:t>
            </a:r>
          </a:p>
        </p:txBody>
      </p:sp>
      <p:sp>
        <p:nvSpPr>
          <p:cNvPr id="68" name="Text Box 6">
            <a:extLst>
              <a:ext uri="{FF2B5EF4-FFF2-40B4-BE49-F238E27FC236}">
                <a16:creationId xmlns:a16="http://schemas.microsoft.com/office/drawing/2014/main" id="{7E118728-7F14-634E-4D2E-EDCA44152B7B}"/>
              </a:ext>
            </a:extLst>
          </p:cNvPr>
          <p:cNvSpPr txBox="1">
            <a:spLocks noChangeArrowheads="1"/>
          </p:cNvSpPr>
          <p:nvPr/>
        </p:nvSpPr>
        <p:spPr bwMode="auto">
          <a:xfrm>
            <a:off x="22652007" y="31283702"/>
            <a:ext cx="9351995" cy="4154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37160" tIns="68580" rIns="137160" bIns="68580">
            <a:spAutoFit/>
          </a:bodyPr>
          <a:lstStyle>
            <a:defPPr>
              <a:defRPr kern="1200"/>
            </a:defPPr>
            <a:lvl1pPr defTabSz="4703763" eaLnBrk="0" hangingPunct="0">
              <a:defRPr sz="9300">
                <a:solidFill>
                  <a:schemeClr val="tx1"/>
                </a:solidFill>
                <a:latin typeface="Arial"/>
              </a:defRPr>
            </a:lvl1pPr>
            <a:lvl2pPr marL="742950" indent="-285750" defTabSz="4703763" eaLnBrk="0" hangingPunct="0">
              <a:defRPr sz="9300">
                <a:solidFill>
                  <a:schemeClr val="tx1"/>
                </a:solidFill>
                <a:latin typeface="Arial"/>
              </a:defRPr>
            </a:lvl2pPr>
            <a:lvl3pPr marL="1143000" indent="-228600" defTabSz="4703763" eaLnBrk="0" hangingPunct="0">
              <a:defRPr sz="9300">
                <a:solidFill>
                  <a:schemeClr val="tx1"/>
                </a:solidFill>
                <a:latin typeface="Arial"/>
              </a:defRPr>
            </a:lvl3pPr>
            <a:lvl4pPr marL="1600200" indent="-228600" defTabSz="4703763" eaLnBrk="0" hangingPunct="0">
              <a:defRPr sz="9300">
                <a:solidFill>
                  <a:schemeClr val="tx1"/>
                </a:solidFill>
                <a:latin typeface="Arial"/>
              </a:defRPr>
            </a:lvl4pPr>
            <a:lvl5pPr marL="2057400" indent="-228600" defTabSz="4703763" eaLnBrk="0" hangingPunct="0">
              <a:defRPr sz="9300">
                <a:solidFill>
                  <a:schemeClr val="tx1"/>
                </a:solidFill>
                <a:latin typeface="Arial"/>
              </a:defRPr>
            </a:lvl5pPr>
            <a:lvl6pPr marL="2514600" indent="-228600" defTabSz="4703763" eaLnBrk="0" fontAlgn="base" hangingPunct="0">
              <a:spcBef>
                <a:spcPct val="0"/>
              </a:spcBef>
              <a:spcAft>
                <a:spcPct val="0"/>
              </a:spcAft>
              <a:defRPr sz="9300">
                <a:solidFill>
                  <a:schemeClr val="tx1"/>
                </a:solidFill>
                <a:latin typeface="Arial"/>
              </a:defRPr>
            </a:lvl6pPr>
            <a:lvl7pPr marL="2971800" indent="-228600" defTabSz="4703763" eaLnBrk="0" fontAlgn="base" hangingPunct="0">
              <a:spcBef>
                <a:spcPct val="0"/>
              </a:spcBef>
              <a:spcAft>
                <a:spcPct val="0"/>
              </a:spcAft>
              <a:defRPr sz="9300">
                <a:solidFill>
                  <a:schemeClr val="tx1"/>
                </a:solidFill>
                <a:latin typeface="Arial"/>
              </a:defRPr>
            </a:lvl7pPr>
            <a:lvl8pPr marL="3429000" indent="-228600" defTabSz="4703763" eaLnBrk="0" fontAlgn="base" hangingPunct="0">
              <a:spcBef>
                <a:spcPct val="0"/>
              </a:spcBef>
              <a:spcAft>
                <a:spcPct val="0"/>
              </a:spcAft>
              <a:defRPr sz="9300">
                <a:solidFill>
                  <a:schemeClr val="tx1"/>
                </a:solidFill>
                <a:latin typeface="Arial"/>
              </a:defRPr>
            </a:lvl8pPr>
            <a:lvl9pPr marL="3886200" indent="-228600" defTabSz="4703763" eaLnBrk="0" fontAlgn="base" hangingPunct="0">
              <a:spcBef>
                <a:spcPct val="0"/>
              </a:spcBef>
              <a:spcAft>
                <a:spcPct val="0"/>
              </a:spcAft>
              <a:defRPr sz="9300">
                <a:solidFill>
                  <a:schemeClr val="tx1"/>
                </a:solidFill>
                <a:latin typeface="Arial"/>
              </a:defRPr>
            </a:lvl9pPr>
          </a:lstStyle>
          <a:p>
            <a:r>
              <a:rPr lang="en-US" sz="1800" b="1" dirty="0">
                <a:latin typeface="Arial" panose="020B0604020202020204" pitchFamily="34" charset="0"/>
                <a:ea typeface="Open Sans" panose="020B0606030504020204" pitchFamily="34" charset="0"/>
                <a:cs typeface="Arial" panose="020B0604020202020204" pitchFamily="34" charset="0"/>
              </a:rPr>
              <a:t>Figure D</a:t>
            </a:r>
            <a:r>
              <a:rPr lang="en-US" sz="1800" dirty="0">
                <a:latin typeface="Arial" panose="020B0604020202020204" pitchFamily="34" charset="0"/>
                <a:ea typeface="Open Sans" panose="020B0606030504020204" pitchFamily="34" charset="0"/>
                <a:cs typeface="Arial" panose="020B0604020202020204" pitchFamily="34" charset="0"/>
              </a:rPr>
              <a:t>: The errors have constant variance.</a:t>
            </a:r>
          </a:p>
        </p:txBody>
      </p:sp>
      <p:sp>
        <p:nvSpPr>
          <p:cNvPr id="14" name="Text Box 6">
            <a:extLst>
              <a:ext uri="{FF2B5EF4-FFF2-40B4-BE49-F238E27FC236}">
                <a16:creationId xmlns:a16="http://schemas.microsoft.com/office/drawing/2014/main" id="{5BE2F0DB-B500-37FE-B717-53F25048B9DE}"/>
              </a:ext>
            </a:extLst>
          </p:cNvPr>
          <p:cNvSpPr txBox="1">
            <a:spLocks noChangeArrowheads="1"/>
          </p:cNvSpPr>
          <p:nvPr/>
        </p:nvSpPr>
        <p:spPr bwMode="auto">
          <a:xfrm>
            <a:off x="11228773" y="13822623"/>
            <a:ext cx="10793029" cy="6924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37160" tIns="68580" rIns="137160" bIns="68580">
            <a:spAutoFit/>
          </a:bodyPr>
          <a:lstStyle>
            <a:defPPr>
              <a:defRPr kern="1200"/>
            </a:defPPr>
            <a:lvl1pPr defTabSz="4703763" eaLnBrk="0" hangingPunct="0">
              <a:defRPr sz="9300">
                <a:solidFill>
                  <a:schemeClr val="tx1"/>
                </a:solidFill>
                <a:latin typeface="Arial"/>
              </a:defRPr>
            </a:lvl1pPr>
            <a:lvl2pPr marL="742950" indent="-285750" defTabSz="4703763" eaLnBrk="0" hangingPunct="0">
              <a:defRPr sz="9300">
                <a:solidFill>
                  <a:schemeClr val="tx1"/>
                </a:solidFill>
                <a:latin typeface="Arial"/>
              </a:defRPr>
            </a:lvl2pPr>
            <a:lvl3pPr marL="1143000" indent="-228600" defTabSz="4703763" eaLnBrk="0" hangingPunct="0">
              <a:defRPr sz="9300">
                <a:solidFill>
                  <a:schemeClr val="tx1"/>
                </a:solidFill>
                <a:latin typeface="Arial"/>
              </a:defRPr>
            </a:lvl3pPr>
            <a:lvl4pPr marL="1600200" indent="-228600" defTabSz="4703763" eaLnBrk="0" hangingPunct="0">
              <a:defRPr sz="9300">
                <a:solidFill>
                  <a:schemeClr val="tx1"/>
                </a:solidFill>
                <a:latin typeface="Arial"/>
              </a:defRPr>
            </a:lvl4pPr>
            <a:lvl5pPr marL="2057400" indent="-228600" defTabSz="4703763" eaLnBrk="0" hangingPunct="0">
              <a:defRPr sz="9300">
                <a:solidFill>
                  <a:schemeClr val="tx1"/>
                </a:solidFill>
                <a:latin typeface="Arial"/>
              </a:defRPr>
            </a:lvl5pPr>
            <a:lvl6pPr marL="2514600" indent="-228600" defTabSz="4703763" eaLnBrk="0" fontAlgn="base" hangingPunct="0">
              <a:spcBef>
                <a:spcPct val="0"/>
              </a:spcBef>
              <a:spcAft>
                <a:spcPct val="0"/>
              </a:spcAft>
              <a:defRPr sz="9300">
                <a:solidFill>
                  <a:schemeClr val="tx1"/>
                </a:solidFill>
                <a:latin typeface="Arial"/>
              </a:defRPr>
            </a:lvl6pPr>
            <a:lvl7pPr marL="2971800" indent="-228600" defTabSz="4703763" eaLnBrk="0" fontAlgn="base" hangingPunct="0">
              <a:spcBef>
                <a:spcPct val="0"/>
              </a:spcBef>
              <a:spcAft>
                <a:spcPct val="0"/>
              </a:spcAft>
              <a:defRPr sz="9300">
                <a:solidFill>
                  <a:schemeClr val="tx1"/>
                </a:solidFill>
                <a:latin typeface="Arial"/>
              </a:defRPr>
            </a:lvl7pPr>
            <a:lvl8pPr marL="3429000" indent="-228600" defTabSz="4703763" eaLnBrk="0" fontAlgn="base" hangingPunct="0">
              <a:spcBef>
                <a:spcPct val="0"/>
              </a:spcBef>
              <a:spcAft>
                <a:spcPct val="0"/>
              </a:spcAft>
              <a:defRPr sz="9300">
                <a:solidFill>
                  <a:schemeClr val="tx1"/>
                </a:solidFill>
                <a:latin typeface="Arial"/>
              </a:defRPr>
            </a:lvl8pPr>
            <a:lvl9pPr marL="3886200" indent="-228600" defTabSz="4703763" eaLnBrk="0" fontAlgn="base" hangingPunct="0">
              <a:spcBef>
                <a:spcPct val="0"/>
              </a:spcBef>
              <a:spcAft>
                <a:spcPct val="0"/>
              </a:spcAft>
              <a:defRPr sz="9300">
                <a:solidFill>
                  <a:schemeClr val="tx1"/>
                </a:solidFill>
                <a:latin typeface="Arial"/>
              </a:defRPr>
            </a:lvl9pPr>
          </a:lstStyle>
          <a:p>
            <a:r>
              <a:rPr lang="en-US" sz="1800" b="1" dirty="0"/>
              <a:t>Table 1</a:t>
            </a:r>
            <a:r>
              <a:rPr lang="en-US" sz="1800" dirty="0"/>
              <a:t>: This table presents the summary statistics for each predictor included in the final model, which serves as an overview of the key factors analyzed in relation to infection risk.</a:t>
            </a:r>
            <a:endParaRPr lang="en-US" sz="1800" dirty="0">
              <a:latin typeface="Arial" panose="020B0604020202020204" pitchFamily="34" charset="0"/>
              <a:ea typeface="Open Sans" panose="020B0606030504020204" pitchFamily="34" charset="0"/>
              <a:cs typeface="Arial" panose="020B0604020202020204" pitchFamily="34" charset="0"/>
            </a:endParaRPr>
          </a:p>
        </p:txBody>
      </p:sp>
      <p:sp>
        <p:nvSpPr>
          <p:cNvPr id="15" name="Text Box 6">
            <a:extLst>
              <a:ext uri="{FF2B5EF4-FFF2-40B4-BE49-F238E27FC236}">
                <a16:creationId xmlns:a16="http://schemas.microsoft.com/office/drawing/2014/main" id="{FF4EA971-49BD-480E-3A5E-8F170D487FBE}"/>
              </a:ext>
            </a:extLst>
          </p:cNvPr>
          <p:cNvSpPr txBox="1">
            <a:spLocks noChangeArrowheads="1"/>
          </p:cNvSpPr>
          <p:nvPr/>
        </p:nvSpPr>
        <p:spPr bwMode="auto">
          <a:xfrm>
            <a:off x="22631400" y="13795328"/>
            <a:ext cx="9200860" cy="6924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37160" tIns="68580" rIns="137160" bIns="68580">
            <a:spAutoFit/>
          </a:bodyPr>
          <a:lstStyle>
            <a:defPPr>
              <a:defRPr kern="1200"/>
            </a:defPPr>
            <a:lvl1pPr defTabSz="4703763" eaLnBrk="0" hangingPunct="0">
              <a:defRPr sz="9300">
                <a:solidFill>
                  <a:schemeClr val="tx1"/>
                </a:solidFill>
                <a:latin typeface="Arial"/>
              </a:defRPr>
            </a:lvl1pPr>
            <a:lvl2pPr marL="742950" indent="-285750" defTabSz="4703763" eaLnBrk="0" hangingPunct="0">
              <a:defRPr sz="9300">
                <a:solidFill>
                  <a:schemeClr val="tx1"/>
                </a:solidFill>
                <a:latin typeface="Arial"/>
              </a:defRPr>
            </a:lvl2pPr>
            <a:lvl3pPr marL="1143000" indent="-228600" defTabSz="4703763" eaLnBrk="0" hangingPunct="0">
              <a:defRPr sz="9300">
                <a:solidFill>
                  <a:schemeClr val="tx1"/>
                </a:solidFill>
                <a:latin typeface="Arial"/>
              </a:defRPr>
            </a:lvl3pPr>
            <a:lvl4pPr marL="1600200" indent="-228600" defTabSz="4703763" eaLnBrk="0" hangingPunct="0">
              <a:defRPr sz="9300">
                <a:solidFill>
                  <a:schemeClr val="tx1"/>
                </a:solidFill>
                <a:latin typeface="Arial"/>
              </a:defRPr>
            </a:lvl4pPr>
            <a:lvl5pPr marL="2057400" indent="-228600" defTabSz="4703763" eaLnBrk="0" hangingPunct="0">
              <a:defRPr sz="9300">
                <a:solidFill>
                  <a:schemeClr val="tx1"/>
                </a:solidFill>
                <a:latin typeface="Arial"/>
              </a:defRPr>
            </a:lvl5pPr>
            <a:lvl6pPr marL="2514600" indent="-228600" defTabSz="4703763" eaLnBrk="0" fontAlgn="base" hangingPunct="0">
              <a:spcBef>
                <a:spcPct val="0"/>
              </a:spcBef>
              <a:spcAft>
                <a:spcPct val="0"/>
              </a:spcAft>
              <a:defRPr sz="9300">
                <a:solidFill>
                  <a:schemeClr val="tx1"/>
                </a:solidFill>
                <a:latin typeface="Arial"/>
              </a:defRPr>
            </a:lvl6pPr>
            <a:lvl7pPr marL="2971800" indent="-228600" defTabSz="4703763" eaLnBrk="0" fontAlgn="base" hangingPunct="0">
              <a:spcBef>
                <a:spcPct val="0"/>
              </a:spcBef>
              <a:spcAft>
                <a:spcPct val="0"/>
              </a:spcAft>
              <a:defRPr sz="9300">
                <a:solidFill>
                  <a:schemeClr val="tx1"/>
                </a:solidFill>
                <a:latin typeface="Arial"/>
              </a:defRPr>
            </a:lvl7pPr>
            <a:lvl8pPr marL="3429000" indent="-228600" defTabSz="4703763" eaLnBrk="0" fontAlgn="base" hangingPunct="0">
              <a:spcBef>
                <a:spcPct val="0"/>
              </a:spcBef>
              <a:spcAft>
                <a:spcPct val="0"/>
              </a:spcAft>
              <a:defRPr sz="9300">
                <a:solidFill>
                  <a:schemeClr val="tx1"/>
                </a:solidFill>
                <a:latin typeface="Arial"/>
              </a:defRPr>
            </a:lvl8pPr>
            <a:lvl9pPr marL="3886200" indent="-228600" defTabSz="4703763" eaLnBrk="0" fontAlgn="base" hangingPunct="0">
              <a:spcBef>
                <a:spcPct val="0"/>
              </a:spcBef>
              <a:spcAft>
                <a:spcPct val="0"/>
              </a:spcAft>
              <a:defRPr sz="9300">
                <a:solidFill>
                  <a:schemeClr val="tx1"/>
                </a:solidFill>
                <a:latin typeface="Arial"/>
              </a:defRPr>
            </a:lvl9pPr>
          </a:lstStyle>
          <a:p>
            <a:r>
              <a:rPr lang="en-US" sz="1800" b="1" dirty="0"/>
              <a:t>Figure A</a:t>
            </a:r>
            <a:r>
              <a:rPr lang="en-US" sz="1800" dirty="0"/>
              <a:t>: Comparison of predicted infection risk values from the regression model with the actual observed values, illustrating the model’s accuracy in predicting infection risk.</a:t>
            </a:r>
            <a:endParaRPr lang="en-US" sz="1800" dirty="0">
              <a:latin typeface="Arial" panose="020B0604020202020204" pitchFamily="34" charset="0"/>
              <a:ea typeface="Open Sans" panose="020B0606030504020204" pitchFamily="34" charset="0"/>
              <a:cs typeface="Arial" panose="020B0604020202020204" pitchFamily="34" charset="0"/>
            </a:endParaRPr>
          </a:p>
        </p:txBody>
      </p:sp>
      <p:sp>
        <p:nvSpPr>
          <p:cNvPr id="18" name="Text Box 6">
            <a:extLst>
              <a:ext uri="{FF2B5EF4-FFF2-40B4-BE49-F238E27FC236}">
                <a16:creationId xmlns:a16="http://schemas.microsoft.com/office/drawing/2014/main" id="{82BF7B5D-E862-2234-A69B-B7A3A4BC1411}"/>
              </a:ext>
            </a:extLst>
          </p:cNvPr>
          <p:cNvSpPr txBox="1">
            <a:spLocks noChangeArrowheads="1"/>
          </p:cNvSpPr>
          <p:nvPr/>
        </p:nvSpPr>
        <p:spPr bwMode="auto">
          <a:xfrm>
            <a:off x="22555200" y="17747903"/>
            <a:ext cx="9487044" cy="6924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37160" tIns="68580" rIns="137160" bIns="68580">
            <a:spAutoFit/>
          </a:bodyPr>
          <a:lstStyle>
            <a:defPPr>
              <a:defRPr kern="1200"/>
            </a:defPPr>
            <a:lvl1pPr defTabSz="4703763" eaLnBrk="0" hangingPunct="0">
              <a:defRPr sz="9300">
                <a:solidFill>
                  <a:schemeClr val="tx1"/>
                </a:solidFill>
                <a:latin typeface="Arial"/>
              </a:defRPr>
            </a:lvl1pPr>
            <a:lvl2pPr marL="742950" indent="-285750" defTabSz="4703763" eaLnBrk="0" hangingPunct="0">
              <a:defRPr sz="9300">
                <a:solidFill>
                  <a:schemeClr val="tx1"/>
                </a:solidFill>
                <a:latin typeface="Arial"/>
              </a:defRPr>
            </a:lvl2pPr>
            <a:lvl3pPr marL="1143000" indent="-228600" defTabSz="4703763" eaLnBrk="0" hangingPunct="0">
              <a:defRPr sz="9300">
                <a:solidFill>
                  <a:schemeClr val="tx1"/>
                </a:solidFill>
                <a:latin typeface="Arial"/>
              </a:defRPr>
            </a:lvl3pPr>
            <a:lvl4pPr marL="1600200" indent="-228600" defTabSz="4703763" eaLnBrk="0" hangingPunct="0">
              <a:defRPr sz="9300">
                <a:solidFill>
                  <a:schemeClr val="tx1"/>
                </a:solidFill>
                <a:latin typeface="Arial"/>
              </a:defRPr>
            </a:lvl4pPr>
            <a:lvl5pPr marL="2057400" indent="-228600" defTabSz="4703763" eaLnBrk="0" hangingPunct="0">
              <a:defRPr sz="9300">
                <a:solidFill>
                  <a:schemeClr val="tx1"/>
                </a:solidFill>
                <a:latin typeface="Arial"/>
              </a:defRPr>
            </a:lvl5pPr>
            <a:lvl6pPr marL="2514600" indent="-228600" defTabSz="4703763" eaLnBrk="0" fontAlgn="base" hangingPunct="0">
              <a:spcBef>
                <a:spcPct val="0"/>
              </a:spcBef>
              <a:spcAft>
                <a:spcPct val="0"/>
              </a:spcAft>
              <a:defRPr sz="9300">
                <a:solidFill>
                  <a:schemeClr val="tx1"/>
                </a:solidFill>
                <a:latin typeface="Arial"/>
              </a:defRPr>
            </a:lvl6pPr>
            <a:lvl7pPr marL="2971800" indent="-228600" defTabSz="4703763" eaLnBrk="0" fontAlgn="base" hangingPunct="0">
              <a:spcBef>
                <a:spcPct val="0"/>
              </a:spcBef>
              <a:spcAft>
                <a:spcPct val="0"/>
              </a:spcAft>
              <a:defRPr sz="9300">
                <a:solidFill>
                  <a:schemeClr val="tx1"/>
                </a:solidFill>
                <a:latin typeface="Arial"/>
              </a:defRPr>
            </a:lvl7pPr>
            <a:lvl8pPr marL="3429000" indent="-228600" defTabSz="4703763" eaLnBrk="0" fontAlgn="base" hangingPunct="0">
              <a:spcBef>
                <a:spcPct val="0"/>
              </a:spcBef>
              <a:spcAft>
                <a:spcPct val="0"/>
              </a:spcAft>
              <a:defRPr sz="9300">
                <a:solidFill>
                  <a:schemeClr val="tx1"/>
                </a:solidFill>
                <a:latin typeface="Arial"/>
              </a:defRPr>
            </a:lvl8pPr>
            <a:lvl9pPr marL="3886200" indent="-228600" defTabSz="4703763" eaLnBrk="0" fontAlgn="base" hangingPunct="0">
              <a:spcBef>
                <a:spcPct val="0"/>
              </a:spcBef>
              <a:spcAft>
                <a:spcPct val="0"/>
              </a:spcAft>
              <a:defRPr sz="9300">
                <a:solidFill>
                  <a:schemeClr val="tx1"/>
                </a:solidFill>
                <a:latin typeface="Arial"/>
              </a:defRPr>
            </a:lvl9pPr>
          </a:lstStyle>
          <a:p>
            <a:r>
              <a:rPr lang="en-US" sz="1800" b="1" dirty="0"/>
              <a:t>Table 2</a:t>
            </a:r>
            <a:r>
              <a:rPr lang="en-US" sz="1800" dirty="0"/>
              <a:t>: This table presents VIF values for each selected predictor. Values above 10 indicate high multicollinearity affecting model reliability.</a:t>
            </a:r>
            <a:endParaRPr lang="en-US" sz="1800" dirty="0">
              <a:latin typeface="Arial" panose="020B0604020202020204" pitchFamily="34" charset="0"/>
              <a:ea typeface="Open Sans" panose="020B0606030504020204" pitchFamily="34" charset="0"/>
              <a:cs typeface="Arial" panose="020B0604020202020204" pitchFamily="34" charset="0"/>
            </a:endParaRPr>
          </a:p>
        </p:txBody>
      </p:sp>
      <p:sp>
        <p:nvSpPr>
          <p:cNvPr id="20" name="Text Box 6">
            <a:extLst>
              <a:ext uri="{FF2B5EF4-FFF2-40B4-BE49-F238E27FC236}">
                <a16:creationId xmlns:a16="http://schemas.microsoft.com/office/drawing/2014/main" id="{688C3C88-7669-31D4-5743-09659111A54E}"/>
              </a:ext>
            </a:extLst>
          </p:cNvPr>
          <p:cNvSpPr txBox="1">
            <a:spLocks noChangeArrowheads="1"/>
          </p:cNvSpPr>
          <p:nvPr/>
        </p:nvSpPr>
        <p:spPr bwMode="auto">
          <a:xfrm>
            <a:off x="11166161" y="23511302"/>
            <a:ext cx="20609241" cy="4154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37160" tIns="68580" rIns="137160" bIns="68580">
            <a:spAutoFit/>
          </a:bodyPr>
          <a:lstStyle>
            <a:defPPr>
              <a:defRPr kern="1200"/>
            </a:defPPr>
            <a:lvl1pPr defTabSz="4703763" eaLnBrk="0" hangingPunct="0">
              <a:defRPr sz="9300">
                <a:solidFill>
                  <a:schemeClr val="tx1"/>
                </a:solidFill>
                <a:latin typeface="Arial"/>
              </a:defRPr>
            </a:lvl1pPr>
            <a:lvl2pPr marL="742950" indent="-285750" defTabSz="4703763" eaLnBrk="0" hangingPunct="0">
              <a:defRPr sz="9300">
                <a:solidFill>
                  <a:schemeClr val="tx1"/>
                </a:solidFill>
                <a:latin typeface="Arial"/>
              </a:defRPr>
            </a:lvl2pPr>
            <a:lvl3pPr marL="1143000" indent="-228600" defTabSz="4703763" eaLnBrk="0" hangingPunct="0">
              <a:defRPr sz="9300">
                <a:solidFill>
                  <a:schemeClr val="tx1"/>
                </a:solidFill>
                <a:latin typeface="Arial"/>
              </a:defRPr>
            </a:lvl3pPr>
            <a:lvl4pPr marL="1600200" indent="-228600" defTabSz="4703763" eaLnBrk="0" hangingPunct="0">
              <a:defRPr sz="9300">
                <a:solidFill>
                  <a:schemeClr val="tx1"/>
                </a:solidFill>
                <a:latin typeface="Arial"/>
              </a:defRPr>
            </a:lvl4pPr>
            <a:lvl5pPr marL="2057400" indent="-228600" defTabSz="4703763" eaLnBrk="0" hangingPunct="0">
              <a:defRPr sz="9300">
                <a:solidFill>
                  <a:schemeClr val="tx1"/>
                </a:solidFill>
                <a:latin typeface="Arial"/>
              </a:defRPr>
            </a:lvl5pPr>
            <a:lvl6pPr marL="2514600" indent="-228600" defTabSz="4703763" eaLnBrk="0" fontAlgn="base" hangingPunct="0">
              <a:spcBef>
                <a:spcPct val="0"/>
              </a:spcBef>
              <a:spcAft>
                <a:spcPct val="0"/>
              </a:spcAft>
              <a:defRPr sz="9300">
                <a:solidFill>
                  <a:schemeClr val="tx1"/>
                </a:solidFill>
                <a:latin typeface="Arial"/>
              </a:defRPr>
            </a:lvl6pPr>
            <a:lvl7pPr marL="2971800" indent="-228600" defTabSz="4703763" eaLnBrk="0" fontAlgn="base" hangingPunct="0">
              <a:spcBef>
                <a:spcPct val="0"/>
              </a:spcBef>
              <a:spcAft>
                <a:spcPct val="0"/>
              </a:spcAft>
              <a:defRPr sz="9300">
                <a:solidFill>
                  <a:schemeClr val="tx1"/>
                </a:solidFill>
                <a:latin typeface="Arial"/>
              </a:defRPr>
            </a:lvl7pPr>
            <a:lvl8pPr marL="3429000" indent="-228600" defTabSz="4703763" eaLnBrk="0" fontAlgn="base" hangingPunct="0">
              <a:spcBef>
                <a:spcPct val="0"/>
              </a:spcBef>
              <a:spcAft>
                <a:spcPct val="0"/>
              </a:spcAft>
              <a:defRPr sz="9300">
                <a:solidFill>
                  <a:schemeClr val="tx1"/>
                </a:solidFill>
                <a:latin typeface="Arial"/>
              </a:defRPr>
            </a:lvl8pPr>
            <a:lvl9pPr marL="3886200" indent="-228600" defTabSz="4703763" eaLnBrk="0" fontAlgn="base" hangingPunct="0">
              <a:spcBef>
                <a:spcPct val="0"/>
              </a:spcBef>
              <a:spcAft>
                <a:spcPct val="0"/>
              </a:spcAft>
              <a:defRPr sz="9300">
                <a:solidFill>
                  <a:schemeClr val="tx1"/>
                </a:solidFill>
                <a:latin typeface="Arial"/>
              </a:defRPr>
            </a:lvl9pPr>
          </a:lstStyle>
          <a:p>
            <a:r>
              <a:rPr lang="en-US" sz="1800" b="1" dirty="0"/>
              <a:t>Figure B</a:t>
            </a:r>
            <a:r>
              <a:rPr lang="en-US" sz="1800" dirty="0"/>
              <a:t>: Strong correlation between  predictors may indicate multicollinearity, suggesting that predictors influence one another rather than infection risk.</a:t>
            </a:r>
            <a:endParaRPr lang="en-US" sz="1800" dirty="0">
              <a:latin typeface="Arial" panose="020B0604020202020204" pitchFamily="34" charset="0"/>
              <a:ea typeface="Open Sans" panose="020B0606030504020204" pitchFamily="34" charset="0"/>
              <a:cs typeface="Arial" panose="020B0604020202020204" pitchFamily="34" charset="0"/>
            </a:endParaRP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2.9200.0"/>
  <p:tag name="AS_RELEASE_DATE" val="2022.04.14"/>
  <p:tag name="AS_TITLE" val="Aspose.Slides for .NET 4.0 Client Profile"/>
  <p:tag name="AS_VERSION" val="22.4"/>
  <p:tag name="POSTERNERDTEMPLATE" val="philosophicalseafoam|08-2022"/>
</p:tagLst>
</file>

<file path=ppt/theme/theme1.xml><?xml version="1.0" encoding="utf-8"?>
<a:theme xmlns:a="http://schemas.openxmlformats.org/drawingml/2006/main" name="Default Design">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Default Design">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703763" rtl="0" eaLnBrk="1" fontAlgn="base" latinLnBrk="0" hangingPunct="1">
          <a:lnSpc>
            <a:spcPct val="100000"/>
          </a:lnSpc>
          <a:spcBef>
            <a:spcPct val="0"/>
          </a:spcBef>
          <a:spcAft>
            <a:spcPct val="0"/>
          </a:spcAft>
          <a:buClrTx/>
          <a:buSzTx/>
          <a:buFontTx/>
          <a:buNone/>
          <a:tabLst/>
          <a:defRPr kumimoji="0" lang="en-US" sz="3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703763" rtl="0" eaLnBrk="1" fontAlgn="base" latinLnBrk="0" hangingPunct="1">
          <a:lnSpc>
            <a:spcPct val="100000"/>
          </a:lnSpc>
          <a:spcBef>
            <a:spcPct val="0"/>
          </a:spcBef>
          <a:spcAft>
            <a:spcPct val="0"/>
          </a:spcAft>
          <a:buClrTx/>
          <a:buSzTx/>
          <a:buFontTx/>
          <a:buNone/>
          <a:tabLst/>
          <a:defRPr kumimoji="0" lang="en-US" sz="38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13208</TotalTime>
  <Words>1073</Words>
  <Application>Microsoft Office PowerPoint</Application>
  <PresentationFormat>Custom</PresentationFormat>
  <Paragraphs>74</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Cambria Math</vt:lpstr>
      <vt:lpstr>Arial</vt:lpstr>
      <vt:lpstr>Titillium Web</vt:lpstr>
      <vt:lpstr>Default Design</vt:lpstr>
      <vt:lpstr>PowerPoint Presentation</vt:lpstr>
    </vt:vector>
  </TitlesOfParts>
  <Company>Graphicsland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Scientific poster example</dc:title>
  <dc:subject>Template For Scientific Poster Presentation</dc:subject>
  <dc:creator>Graphicsland/MakeSigns.com</dc:creator>
  <cp:keywords>scientific, research, template, custom, poster, presentation, symposium, printing, PowerPoint, create, design, example, sample, download</cp:keywords>
  <dc:description>Download our scientific poster templates at no cost to you and get one step closer to making a great research poster.</dc:description>
  <cp:lastModifiedBy>Barbara Lorenzo</cp:lastModifiedBy>
  <cp:revision>158</cp:revision>
  <dcterms:modified xsi:type="dcterms:W3CDTF">2024-10-23T14:36:48Z</dcterms:modified>
  <cp:category>science research poster</cp:category>
</cp:coreProperties>
</file>